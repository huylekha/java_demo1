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3"/>
  </p:notesMasterIdLst>
  <p:handoutMasterIdLst>
    <p:handoutMasterId r:id="rId94"/>
  </p:handoutMasterIdLst>
  <p:sldIdLst>
    <p:sldId id="256" r:id="rId2"/>
    <p:sldId id="319" r:id="rId3"/>
    <p:sldId id="339" r:id="rId4"/>
    <p:sldId id="340" r:id="rId5"/>
    <p:sldId id="341" r:id="rId6"/>
    <p:sldId id="321" r:id="rId7"/>
    <p:sldId id="334" r:id="rId8"/>
    <p:sldId id="335" r:id="rId9"/>
    <p:sldId id="336" r:id="rId10"/>
    <p:sldId id="337" r:id="rId11"/>
    <p:sldId id="342" r:id="rId12"/>
    <p:sldId id="346" r:id="rId13"/>
    <p:sldId id="347" r:id="rId14"/>
    <p:sldId id="349" r:id="rId15"/>
    <p:sldId id="343" r:id="rId16"/>
    <p:sldId id="344" r:id="rId17"/>
    <p:sldId id="345" r:id="rId18"/>
    <p:sldId id="350" r:id="rId19"/>
    <p:sldId id="351" r:id="rId20"/>
    <p:sldId id="352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71" r:id="rId31"/>
    <p:sldId id="372" r:id="rId32"/>
    <p:sldId id="373" r:id="rId33"/>
    <p:sldId id="375" r:id="rId34"/>
    <p:sldId id="376" r:id="rId35"/>
    <p:sldId id="365" r:id="rId36"/>
    <p:sldId id="363" r:id="rId37"/>
    <p:sldId id="366" r:id="rId38"/>
    <p:sldId id="378" r:id="rId39"/>
    <p:sldId id="364" r:id="rId40"/>
    <p:sldId id="370" r:id="rId41"/>
    <p:sldId id="377" r:id="rId42"/>
    <p:sldId id="379" r:id="rId43"/>
    <p:sldId id="380" r:id="rId44"/>
    <p:sldId id="382" r:id="rId45"/>
    <p:sldId id="383" r:id="rId46"/>
    <p:sldId id="384" r:id="rId47"/>
    <p:sldId id="385" r:id="rId48"/>
    <p:sldId id="368" r:id="rId49"/>
    <p:sldId id="369" r:id="rId50"/>
    <p:sldId id="333" r:id="rId51"/>
    <p:sldId id="408" r:id="rId52"/>
    <p:sldId id="409" r:id="rId53"/>
    <p:sldId id="327" r:id="rId54"/>
    <p:sldId id="328" r:id="rId55"/>
    <p:sldId id="329" r:id="rId56"/>
    <p:sldId id="330" r:id="rId57"/>
    <p:sldId id="331" r:id="rId58"/>
    <p:sldId id="332" r:id="rId59"/>
    <p:sldId id="410" r:id="rId60"/>
    <p:sldId id="411" r:id="rId61"/>
    <p:sldId id="413" r:id="rId62"/>
    <p:sldId id="412" r:id="rId63"/>
    <p:sldId id="414" r:id="rId64"/>
    <p:sldId id="415" r:id="rId65"/>
    <p:sldId id="416" r:id="rId66"/>
    <p:sldId id="418" r:id="rId67"/>
    <p:sldId id="420" r:id="rId68"/>
    <p:sldId id="421" r:id="rId69"/>
    <p:sldId id="422" r:id="rId70"/>
    <p:sldId id="423" r:id="rId71"/>
    <p:sldId id="424" r:id="rId72"/>
    <p:sldId id="386" r:id="rId73"/>
    <p:sldId id="404" r:id="rId74"/>
    <p:sldId id="406" r:id="rId75"/>
    <p:sldId id="387" r:id="rId76"/>
    <p:sldId id="389" r:id="rId77"/>
    <p:sldId id="390" r:id="rId78"/>
    <p:sldId id="391" r:id="rId79"/>
    <p:sldId id="393" r:id="rId80"/>
    <p:sldId id="394" r:id="rId81"/>
    <p:sldId id="395" r:id="rId82"/>
    <p:sldId id="396" r:id="rId83"/>
    <p:sldId id="398" r:id="rId84"/>
    <p:sldId id="400" r:id="rId85"/>
    <p:sldId id="399" r:id="rId86"/>
    <p:sldId id="402" r:id="rId87"/>
    <p:sldId id="401" r:id="rId88"/>
    <p:sldId id="403" r:id="rId89"/>
    <p:sldId id="425" r:id="rId90"/>
    <p:sldId id="259" r:id="rId91"/>
    <p:sldId id="426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D85988-D485-D6AC-B8E8-CB656B4D026D}" name="Tat, Tran Thanh [Tech/Peripheral System Dev]" initials="TD" userId="S::tt.tat@dai-ichi-life.com.vn::c2d6faf4-e004-4d45-80cf-d60ed6d49f1e" providerId="AD"/>
  <p188:author id="{4B037DE9-6078-A49E-E658-97C290215396}" name="Thinh, Huynh Vu [Tech/BA]" initials="" userId="S::hv.thinh@dai-ichi-life.com.vn::68e69efd-e555-4638-98a1-37c524f47b49" providerId="AD"/>
  <p188:author id="{1142B4F3-6B2B-89E5-177E-821612054B41}" name="nguyentt.truc" initials="TNTT[" userId="nguyentt.truc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AC0"/>
    <a:srgbClr val="C3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58034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iem, Do Thanh [Tech/System Architecture]" userId="d9b3825f-908c-4900-853e-a6152e0e227a" providerId="ADAL" clId="{83D89CDD-5D9D-4FE3-A5F6-7C4B867C1104}"/>
    <pc:docChg chg="modSld sldOrd">
      <pc:chgData name="Khiem, Do Thanh [Tech/System Architecture]" userId="d9b3825f-908c-4900-853e-a6152e0e227a" providerId="ADAL" clId="{83D89CDD-5D9D-4FE3-A5F6-7C4B867C1104}" dt="2025-12-23T07:26:34.722" v="1"/>
      <pc:docMkLst>
        <pc:docMk/>
      </pc:docMkLst>
      <pc:sldChg chg="ord">
        <pc:chgData name="Khiem, Do Thanh [Tech/System Architecture]" userId="d9b3825f-908c-4900-853e-a6152e0e227a" providerId="ADAL" clId="{83D89CDD-5D9D-4FE3-A5F6-7C4B867C1104}" dt="2025-12-23T07:26:34.722" v="1"/>
        <pc:sldMkLst>
          <pc:docMk/>
          <pc:sldMk cId="3683177089" sldId="3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401F5F-E7A5-196E-1C0C-185B2907D8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DBB9C-0EF3-0EF8-4DDE-2637646C02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A577E-4420-470E-A2DD-07273DC5326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A2E1F-CD47-3A55-32D8-5E1AD77C7A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16D6E-E069-87ED-6C15-82010BE60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DFD7A-8FE4-460C-8BDE-E774B8404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40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DF4B4-8228-4FF9-9D23-CEC3A7C487D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726F7-B0EA-478C-B6FB-CB7CE8294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4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49F5B-11FC-04DD-CF9C-FF94A136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A8651-47C6-A1F3-FB95-D03B2616F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975CF-E7D7-732B-0E3C-157F81EAB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F68D5-8312-6E13-6FC8-09AB347EA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021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79424-ACC2-139D-3EEF-8A03D9BB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522D7-6D5D-3BBE-E0BE-4D0C2DA10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CAC93-A31B-69C0-8FD7-793FE19F9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84697-24E8-E55A-78D7-60DC38D42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415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C58E-6193-084A-BE1A-A58E78C4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92B4F-95BC-DB7E-F392-573234959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616BD-D2CA-0A0B-163D-E55392FF9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D5F28-15AE-382B-7D8E-4E12ED71A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840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9217-D34D-0BD9-F1FC-4BE14157C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50A82-9F67-2B1E-2825-AD231CA03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D2ED3-5FDA-14E0-8DCC-E613EA1FE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AEF1A-BA03-81DD-8E80-74153D8C1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46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6630-E4F2-AE7E-B6BC-6BB97F61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82C27-464B-4B33-2D7B-960FD5AE5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90003-51AB-F4D3-BE08-7DBAE5BA7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40AB5-FFC4-F510-C3BD-A04F09EA5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95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5FCD-B2DB-F4B6-CC64-934C3463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88DA8-3D00-F4AF-20AF-A3B812361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D9C45-7280-33C7-BA74-E85FABC62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0E319-8BA0-2A84-0411-60D03B270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928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9A67-B139-6D67-B17F-12F2F5A7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FD7B1-73C7-BC7B-252C-FB1B9E036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8E78B-3259-8DDF-7C10-CEAF25951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84E02-3018-24F0-D196-B93E4291A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070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2E01-D517-B451-1CB6-634335CD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D3F31-AD61-C53A-7903-431764F3D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53445-242A-F3BD-A890-5CCC046D9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D8FF5-7A4A-9D9C-DB67-A72A47F78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297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3475-9D32-80F2-4362-A013F4BA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1F963-9819-D780-1937-A25A7A245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A15CF-C1A6-8DCF-2DC1-BD9520C39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02E3E-81FD-F4DB-4C63-2E860F6B4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668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52E9D-2B31-237B-5FD5-1830FFF6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818D3-2BC7-AC21-A3EA-6EF6D56D3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26144-C971-1B97-05C9-8BCB595FE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C12FD-F95F-ABE0-9604-CB4955DAB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842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7446-179E-1047-7465-68C12D3A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3F7D3-768A-DBF4-AF68-C259CF7AC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E5EDE-9B68-FB95-DD61-B5EAAE197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ED266-045D-C843-677C-C48F5C981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420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6A95-1C83-F888-70AA-C0F1413F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EED88-7B6B-8376-D33B-D01295496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29ED9-6C04-776F-6CCA-90AFAB21E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BF4FD-9B58-1889-40D8-8DDC99990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09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E4C97-1933-0E1E-3CB1-46523B86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0972C-EA1D-5BFF-DBB5-DD1C78D27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8CECB-13B7-44D8-876F-3BED91207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79C81-EB7E-DD1A-C397-4D25D2F3A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796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861E-BD2D-8DDB-EC0C-31058ADD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5BFC5-6965-A3BE-7141-818AE521E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D67BB-189F-B973-22FC-AEF72AB4A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EA4DE-53C8-302B-826D-D5D3EE0D9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293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BEC9-86E1-31E5-273C-61BEBEE6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C00FA-C7F1-1ECE-13D9-05BC0F310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9CB9A-08C4-1C71-3A82-9D414097E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F19D5-1387-3E70-6EF5-C4873DB2B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213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A5640-422F-6FF2-9157-C868CB50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99B2C-AA0C-657C-F70A-A0ED47E9C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AE002-1CA9-B3A5-1EC9-CC73BC3B9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6079E-2235-9ECA-A098-EDBA952BF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265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DCD5-9BCD-28A4-C4A8-4E893958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B9EED-6635-AA8F-A7DE-894D1A852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7B194-BB4F-38CA-6845-BD68B3B38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D4820-A0F0-0F66-34D4-6100C28E1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988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E7BE-1542-CEBE-2B31-EEE0F0F4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B0603-30BF-CE77-9848-EAB8377A6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807EF-B221-1679-DCE0-463C70C9C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5CD4C-DE08-D51E-F764-DC082A2DC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8147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AF1C-9D8A-D439-AF58-F3542896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D395B-E9F2-1535-4CC4-051EA57D9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64558-B2ED-3BC4-EC9A-F0D09CB99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CB3E6-8FF3-B0B6-86CE-4BD680E66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531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50C8-A9C1-1202-7FBE-8CE4614B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F4D68-CA82-CFB0-B22B-82D1BFA81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E1B3A-51C1-4B81-FB22-4D9018FDC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96F6F-4006-06DC-2E54-B7B4C60E0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293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E51F7-223B-22A9-BBD3-959C4CDF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A21B7-843D-FF23-89D1-75B97E796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2F30A-CD29-7BD1-CFE6-0A2FA43F6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EA650-20C8-3E99-AEB8-2DC584E62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0374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11DE-C1A7-4F4A-5584-F1CA5810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B983E-690E-749E-857E-26D95EA3D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5D0BA-4C89-2FC2-196A-8B50545C0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C533-D78C-701C-9750-B8245E2CD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816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BD0A-E010-B5BF-A988-53FF4930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2C82D-9CE2-3C55-E34F-2B770508B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99AC2-4706-DEF6-6664-694B14218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CF6B0-A206-9DCB-0C06-721CF98E6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222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452C1-0CCE-17DF-7E59-FA0156CA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82539-A2EA-940C-F20A-00B8DD0A2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D0549-A942-89DB-478F-316519324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44112-7376-DC32-A8C8-7B17951C3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9637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A5C6A-91CB-990D-DA3C-B6F993FB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A5612-296D-D92A-0D1D-146530531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65653-6CF0-3CEF-743B-6257B66AB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BCC11-5259-FEF9-EDED-71486802A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4457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D7DC-2FE7-84D0-F67B-A5DBF009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11AD0-CF99-CE90-32A5-AD1EBC4DA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91709-EB96-EAB8-7073-E415269F1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26967-8C73-210B-42F7-1249DF21F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0980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4D2D-5788-2C0B-D6BA-DF0F53B9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6EB6C-926A-B4FE-91EA-1364642B7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8841B-D432-0795-4CC1-309EF7762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FDE26-8813-B578-A93D-2EAE116C9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399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CBCD-1EFC-A45D-6EB7-6F6A17FB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59497-F42E-5037-D5E8-BB9A9F016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D2819-8CE6-B11B-8964-0438E931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0587A-B765-D0CA-62EB-88D369816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732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E8C6-D398-D64D-1A04-C2A51DF6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82EB5-7F98-6659-2CA9-958FD4831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5C53E-72CE-1D6C-2084-B4722B28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7BB6B-F928-5A82-FF1D-A70626D1A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184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D1E43-E3B0-212C-2B2E-EC7FD7F18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60484-9ACB-3745-D18E-91AABE11F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0FF32-DE69-07FD-A2CB-175082956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8FBC7-A01F-8BFF-FF25-DDCE0C6A0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6880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3F52-84E7-562D-B03D-332D4B4F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F43E2-71F0-EEAC-F8CD-DF1E225C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AB706-4F19-FDFD-B50C-478B11254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76F19-DABE-9D38-1FF4-032C9F1D7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49549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08248-7F8E-621E-9F8D-17EE14EF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ADB2C-CCAF-3931-B484-E3D38AAFD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673F9-0E6C-4158-E88A-8C73A6A8B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5DC04-B777-B997-FB7F-048B436F7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5795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5A05-72D7-2CFF-1C8F-FD4A88668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EBF0E-EE04-297A-30D4-7A297316A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7B5E8-0652-D3BA-4545-CDBC4CC2C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98D86-5A69-4173-F66C-0D8797AB6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6176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B76C-6B40-63AF-139C-2F5611E2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6DEEF-E727-207B-1A5A-9EA8CC582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D8EA0-8AE1-4286-5478-84F0472F0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A176E-B061-5275-F566-4DE83797C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879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DF6D-A688-CD89-946D-B675D6E2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27335-A313-7B53-346E-E3511E6CB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A0746-A29E-748A-88F4-5C34627E7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223C3-B394-175F-6294-47C616015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1266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2F6F-1D84-C7DF-CF16-20C9D7BD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666AF-EF37-7F2B-7D7C-09FA3174E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7FE75-48CC-8248-0DA6-71F821632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7C5F4-754F-F920-59F1-8676EC108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352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E864-8E4B-A694-A380-FF6DAA42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62CAD-04C1-859A-FFE7-17DF85848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C3229-E7F8-72B9-EC7D-B36A1055C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588AA-D90D-5885-D76D-2CBF5711F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6445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C2DF-3FCA-0E5D-1037-C76F53D8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70B3A-C500-922D-A57C-2E166BCFF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E253A-BEE2-CA4A-F834-E1BDDFD5B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98898-4D22-88F5-AE69-D46B66B79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6220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136D-D881-D43C-DC7A-E531F24B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98AF8-D367-3BC6-F5E7-3780DD6E7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2D846-3F63-57F5-3CBF-A4E3CDE5D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92A02-0EA3-3409-7454-E507D9BEF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5807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EE0A-C97F-B5E5-1E41-F444EC32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A9F81-940B-5850-6486-D00039722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4CD85-F844-9C9B-8581-A9776D5DF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7C253-9949-3C67-E1E7-43257D9B2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5314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7B0F-1814-0627-E304-AC8BF7BE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628A3-DD7F-7D3F-9038-FDC57F56A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59853-9144-76A2-63F8-D5E218D38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7FE20-5730-4180-076F-3340F2DA7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714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BE75-2B92-7513-BB65-998909C8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C3C12-861C-D299-0394-33389692A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DE053-68DC-E0AF-3D26-4277A3C83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835E6-2138-67EF-8AD4-772DBA7BB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3683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5896-6839-D9E8-2035-59F0DE3F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4D116-C474-984F-C2F7-2B753A041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392B6-2348-70BB-EA48-4012FE5B4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CFAAD-F7C9-DC16-2CD9-F8219391B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64592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511B-6D63-F26F-9F3B-9F139A61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1CF0E-F882-CC00-0FE4-CBB50046D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74009-0A41-7CF7-35CF-97DF0E30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TT: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phiếu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YCBH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/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gốc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/ </a:t>
            </a:r>
            <a:r>
              <a:rPr lang="en-US" dirty="0" err="1"/>
              <a:t>chờ</a:t>
            </a:r>
            <a:r>
              <a:rPr lang="en-US" dirty="0"/>
              <a:t> PXN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&amp;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NB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</a:p>
          <a:p>
            <a:pPr marL="628650" lvl="1" indent="-171450">
              <a:buFontTx/>
              <a:buChar char="-"/>
            </a:pP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Tât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8D7D-D1D5-76D4-7756-AD7B06FFA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5030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C5A3-951D-4CDC-97BB-1081C3A7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3E80B-4C70-EB4E-E5E5-920E33A95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6B5AF-6CCB-4BB8-F358-F198BD65C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B2A6B-4FE1-0DCC-B168-BFA002F7D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9194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9DFE3-A0FA-3CF9-8D83-ACA2CDF2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00C6F-30FF-FCC6-ED59-B4572083C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D09FA-3D05-26C0-493B-0362B1537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7D623-E376-E93B-5FB0-A5A30619B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8324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05C4-C186-DD4E-C659-6EF6D3EF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D28A0-A50C-99F8-E50C-DD90C7017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41F48-57EA-E1F3-AF08-2DD0AEA35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4C196-4FCB-917E-3EC9-51070C7C9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1044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5978-A83C-461F-3C1C-263B5405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142C1-9180-CAFB-AA63-7E2E7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620CE-2640-3B09-FFCD-0C56B70D6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CADA4-5122-B392-9406-E427E5E8A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9042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1AD8-D13F-FA07-969D-1EB06CCF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348B2-0A3C-E292-D401-5FE9333FD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CA14D-BE20-F3BF-572D-23FD835D5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55CEB-DE13-FE1D-C4D7-14A805851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64383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92A1-A980-255F-C230-D1CBC695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F3CF0-4318-4D9F-D363-0F362B0A6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E4003-8E24-173E-ABE9-3396FFA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FE950-57BC-FFED-CC60-F9B67911E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1466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28173-2EDB-84BE-6A2A-6B0BE86D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D7C98-DEB1-F31A-55E6-B34255572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24973-6605-41E4-05A9-756E004AD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2C3D2-00AF-4D4A-1150-753461A49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9796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A193-1254-7D62-FD2D-10ACB739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B1FCF-BBAD-CA0A-181F-A25DE8B13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2FCBD-9A2C-1F0D-3EBE-DB4F43A38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A2D0D-2C0D-8444-9540-8B1983690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0082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05152-CAB3-0C76-BF78-834DBAA7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D9897E-DE9B-0D49-D92F-C0EDF4E91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86000-D153-4623-6C30-76EE894DC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A7443-7A30-8292-2BE3-65C510CB4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1603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502C-C3D4-040D-6474-018F84E5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95E10-DAF2-FD4F-2E18-3D315CF45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4E089-DE7D-68A8-4A9A-FCA8122A4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D0E72-E319-4EE1-532D-7B63F66A0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3831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BE29-5CBA-5ACE-8DDF-FD9F59DE6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B4DD0-893D-B604-568B-405F850E7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CFEC8-638C-71D4-76E9-3A51099E8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A83E1-97ED-400A-57D8-23EB1E592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16741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DF47-4B83-FDC2-777F-B4680396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AFC6E-68ED-AB22-C9E1-3A1B8BCBA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913B8-3286-310C-BC83-CBC02BBC7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D2164-F248-69C7-9508-A3033B848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1091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F1202-A540-FCBE-CC44-59BEB519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D0AA3-75D3-8988-24DE-C52D415CA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52F71-9410-A192-53BD-EC5953A79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88CD-CB2B-612E-46F6-871E3EFE8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88804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C018-3963-4122-AD86-9B5AA125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7F218-39EE-A054-115E-862CB4A87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CFA60-C7FF-CE5A-6A0F-10A5265C8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97693-D049-83C1-C96B-0B8D12F5A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39414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A354-6DCA-C806-D25A-3C4118D5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FD47-E170-6CE1-2DBC-6D20AD44D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2490C-BEA7-0176-151F-E4B116BB6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CA9B7-5215-B780-0593-1E5318754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38830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94EE-7826-A4F2-90FA-97606785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64A0F-05F8-791A-6B72-C64A0C199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F10E3-CFEB-DBEA-545C-0BB16BBD2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00E26-A417-DEE7-FE88-29F98EFFF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20604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D407-4E19-C3D0-39E3-7BEA3122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8BA49-2E93-1B95-B262-39153DF5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AA039-6523-3336-420E-B2B3B340D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5E808-3290-0EBF-FC14-D7BD20046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5802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C3FE-249D-1D6A-B6D5-3C340FB9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93FDE-DE5C-967F-FC8B-4E51CB445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11FCB-BA18-2FC6-E57F-6D2D1EC52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6497-03FD-AA39-2ED6-088BD504F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950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B654-43CF-5344-82A0-CEBC7836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90481-8ECF-669B-51F2-4F5DF4CC3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78EF8-0CC1-B2E5-FD40-AF9A5124B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FFED3-0E69-3CF5-D752-38448E06F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6452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5FC0-30B7-3B16-E8B4-FF773982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D7DC2-572C-938C-941F-B96B6C0AB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5BFB1-4A03-9BC9-B112-628C895AB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48D0A-BDDD-7D2E-084A-359321E58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8400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4D42-1583-3664-6074-6781D8A0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16A3F-D087-A7BF-3B96-37DB7F22B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036FC-594B-AE5C-2592-7AAB90C1B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25330-1B35-5D28-0C58-DFA321B49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24227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5ABD7-D70E-8CAD-4DCE-91DF64681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5D2FD-56CB-3D6B-B931-AD2CBDFED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0EC05-37D3-DCE5-3504-7864E8ABC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4C7E4-E71A-FCB0-7E6A-B251CF93D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42442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5B0C4-AC98-08FD-51B6-C239A39E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00A19-EFCD-81FC-EF93-B747E99F8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0D0F0-6362-9AE3-9DAA-BDE325B5E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607F3-3A94-A4F7-C707-6608C8633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30670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181E-A70F-CB18-2E4E-C550EA6C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10CC4-0360-C3F2-AFB2-D66CBF00C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C32CD-41DC-AC72-D78B-802C5134B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98F85-B509-6FD8-A7B3-D16DCCB41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74647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E7F9-E5B3-BA77-40B8-12CF1726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86158-FCC6-3F06-51D4-22F20A018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BF3C2-0752-415C-2452-E41DA0C20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FD43C-47D9-5097-9246-A9CC0E763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0282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0107-7F2B-6FF2-6FE7-5F774D5C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F8F04-2491-A13B-520C-156F7963F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442EE-4C45-E77C-A613-37CB9CA2C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F0B73-7E3E-F4A5-CC87-569EE3CC4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9979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25ED-F379-19D7-32CE-3DEFCEF7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2ED34-829D-D48E-6D99-47292AA32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49A92-4E9D-A7B0-E599-71CDEC84D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60449-CC1E-D721-1886-03D67C585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38653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EA3D-4162-5654-DC4C-4A9EB10EC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34781-9EFB-C7D9-A2DF-1B13D3AC4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FA3C2-518A-872C-A562-645F3A056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8D544-D42E-0223-E059-29FE1CDE9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43003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C271-A2B9-6B03-E820-CA5A0E58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955ED-EE95-BB8F-E351-80548323B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6D221-59E9-35E3-7E27-A10C33071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66DE5-AC0D-09DC-320B-24F871BE7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78001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3939-E853-794A-CD35-C35312F4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64747-34EC-5248-14A1-D5C7E14A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F66DE4-0D83-1AD9-D9EA-0412A7EA2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55F8D-39F0-9B4C-DBAE-E4F554897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18814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F683-0440-5AC7-82D1-D8202F9A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42A52-1459-47D6-5FFA-1ABF3F536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A191B-8CB9-AF0C-5E20-72446D1E2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8881B-CD54-99A5-2A6C-224B8BD50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0511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0BA4-0FAB-C3CE-62A3-CEFB61C41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A7727-8ABA-BE4F-E045-AFBA79E62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C2E3C-FD24-F794-C118-8A3892591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914E5-6CF8-9CDE-BAE5-F68E6462D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64629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79DB-718E-A7DF-4F64-9A33671E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A2C9A-C4CF-397F-6959-D04E46591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E43F8-AB6E-DE03-AB4F-4DF766E61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D912-EC00-822F-A403-F615E3455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50537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D247-30C1-F817-D823-FC868E31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2B5CB-2123-A622-668E-FF149E65B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6B5E2-A8E2-AB08-31C0-82D91F900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48C30-AEF8-79AA-3BE1-C244B00DB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61492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A56C3-A86B-6742-C382-8AE1585FF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85612-B501-EA00-F08D-67427638F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7B533-B890-6346-200A-A35312FE5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6E527-B4DA-303C-3817-030B7FF1F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79286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2574-271F-BC95-EBEB-19A1BDAA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872B7-1934-3557-57C0-993496CA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FF566-981C-C7F1-BF57-5F8640F5F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81FD4-1718-C959-517F-798DA6429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78563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D407-99C2-3C02-92EB-FDD05B70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9D012-66DC-5CB2-82AF-DF484D45D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49AF6-1545-4D5B-D115-E031DF35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298F9-DC09-4F2F-4240-C1F85A881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25155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869D-E4BC-AC55-4232-DA684CCB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65A5D-03B7-C9C2-21FF-A0BF729A1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2CF64-94EC-CA1A-9B17-A45C79E9F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Đại</a:t>
            </a:r>
            <a:r>
              <a:rPr lang="en-US" dirty="0"/>
              <a:t> lý </a:t>
            </a:r>
            <a:r>
              <a:rPr lang="en-US" dirty="0" err="1"/>
              <a:t>lưu</a:t>
            </a:r>
            <a:r>
              <a:rPr lang="en-US" dirty="0"/>
              <a:t>: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Đại</a:t>
            </a:r>
            <a:r>
              <a:rPr lang="en-US" dirty="0"/>
              <a:t> lý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: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–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soát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C6C27-1D4C-749C-238F-042E60E42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6099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8303-184D-094D-E1BC-3F0EEAE69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B6F88-3E8B-BDE7-713A-D66BC177B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711F7-A52F-E164-4C9D-94AABD561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Trên CMS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gửi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noitice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đến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Đại</a:t>
            </a:r>
            <a:r>
              <a:rPr lang="en-US" dirty="0">
                <a:sym typeface="Wingdings" panose="05000000000000000000" pitchFamily="2" charset="2"/>
              </a:rPr>
              <a:t> lý/ </a:t>
            </a:r>
            <a:r>
              <a:rPr lang="en-US" dirty="0" err="1">
                <a:sym typeface="Wingdings" panose="05000000000000000000" pitchFamily="2" charset="2"/>
              </a:rPr>
              <a:t>Tổng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đại</a:t>
            </a:r>
            <a:r>
              <a:rPr lang="en-US" dirty="0">
                <a:sym typeface="Wingdings" panose="05000000000000000000" pitchFamily="2" charset="2"/>
              </a:rPr>
              <a:t> lý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nhật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hủy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gửi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noitice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đổi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thái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hủy</a:t>
            </a: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hoàn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tất</a:t>
            </a:r>
            <a:r>
              <a:rPr lang="en-US" dirty="0">
                <a:sym typeface="Wingdings" panose="05000000000000000000" pitchFamily="2" charset="2"/>
              </a:rPr>
              <a:t>  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4039-1371-71AE-1689-AE4D5C7C2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9460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AA70-3F53-D471-8B55-43C33CE6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C6ED2-7668-9DA1-E869-124E6CA75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96109-C2BE-9A50-76F6-2814F0F89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Trên CMS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gửi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noitice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đến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Đại</a:t>
            </a:r>
            <a:r>
              <a:rPr lang="en-US" dirty="0">
                <a:sym typeface="Wingdings" panose="05000000000000000000" pitchFamily="2" charset="2"/>
              </a:rPr>
              <a:t> lý/ </a:t>
            </a:r>
            <a:r>
              <a:rPr lang="en-US" dirty="0" err="1">
                <a:sym typeface="Wingdings" panose="05000000000000000000" pitchFamily="2" charset="2"/>
              </a:rPr>
              <a:t>Tổng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đại</a:t>
            </a:r>
            <a:r>
              <a:rPr lang="en-US" dirty="0">
                <a:sym typeface="Wingdings" panose="05000000000000000000" pitchFamily="2" charset="2"/>
              </a:rPr>
              <a:t> lý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cập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nhật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hủy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gửi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noitice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đổi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thái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thành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bị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hủy</a:t>
            </a: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 err="1">
                <a:sym typeface="Wingdings" panose="05000000000000000000" pitchFamily="2" charset="2"/>
              </a:rPr>
              <a:t>Đơn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hàng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hoàn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tất</a:t>
            </a:r>
            <a:r>
              <a:rPr lang="en-US" dirty="0">
                <a:sym typeface="Wingdings" panose="05000000000000000000" pitchFamily="2" charset="2"/>
              </a:rPr>
              <a:t>  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9AC9C-C5B1-1AC0-D0F2-9274117F6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59DFC-E122-4EEE-BCCB-25532B34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46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F44B-482B-41B2-BB5B-A39257B39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0183B-C228-4392-867B-033D85BB8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36193-4837-4C5F-97F5-2B22CCFB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1F0C-CFBB-4FED-9540-403DD8281688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C688-6052-48BB-BEB7-CFBDB1BC0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AD1DE-0CE1-4893-BD53-26FCB530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4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87FE-051E-478C-906E-324D624E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0E20C-2F1D-4C81-BF1B-A599D86EC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FA00-EF79-40FD-B564-9EA84C39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26E70-8A94-49B5-81F0-2F9BA3058AA5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468ED-5F3E-4B92-A667-A33BF9A1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93377-7A37-49F5-8DFD-6C9C3039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6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F9CB-3C64-47E8-A2B7-0A0BAEF8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2AEBE-D10D-4619-9C58-75D33CCBB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717A5-0271-4319-9F4A-544330C0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1CCF-38C8-499E-B95F-155993FDD789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8611A-9665-44CF-B7A3-38C320D19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0BA07-C658-4B3C-8D43-B677B7D6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9DA7-CEC3-4CAC-BAC5-63EDD1DDC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ABDF-CC1D-4B92-B78B-352B5A37D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7D744-3C41-437F-A03F-06BA3CF21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0F9A7-9DAE-4968-9D5C-325CAFB9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88958-DD45-4D10-B52C-D0F8B7F9ED82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3C37B-4ECA-43C9-BDB9-7E5FD26A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88C55-49A2-4C68-96D3-F7D57D76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8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62A-BA87-42A0-A01F-8F5F6281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A94F9-7BD9-4F0F-B086-D2901A2C0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32B9E-11EB-4506-B08A-5F9211712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84405-20CF-4A22-B9F5-5D75FA55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16CB4-2564-46AC-A736-130534140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B2798-9A8E-4EDF-8570-CE8B5B43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40B-6B79-4626-8D33-C9E88F40BE3A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EE53D-5C89-4F84-A8A1-D5E0FED20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C5C3A-359A-485F-B8DC-7653FF69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7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FC1A-3AF3-4138-B609-D8324E1A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2BE6D-C8FC-4B3F-9C28-0BB12FFF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3B44-C17A-4A17-BEB2-55C3A26BF297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6C5A9-958A-4A1A-912B-7A9199D24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77C14-0268-446C-987E-798B369A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6C0BD-EFA2-40DA-9394-96165149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44E0-6679-4560-A747-7B9F6B8B5818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908DB-5320-481B-9663-A1C84D4E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8708B-9573-49A8-8E10-5BB4DB79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4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B7B8-5A44-4E32-B83A-F83286E5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44010-3D09-4177-8E4F-B094C8E76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1341B-DB21-4143-886C-4167A64B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01457-4D01-4786-A5F1-E8059C3D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C7C2E-0F7A-416B-852B-5A733103B6AD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6B869-DA21-417C-A356-60BC2372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C768E-0C0C-4DDF-AF6A-2C5C6A91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7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D9F4-5D8B-4EDC-B7D7-A0380E33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B7D62-10A6-4612-8A3B-7A6FB6FD6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5EDA-F735-4001-B0FF-244F60CD1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F5920-DEAB-4FA0-91AD-998D9F121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36390-396E-485B-805A-9724A5D41178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DCC36-90DC-4C30-AFD4-2B24164A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EB2A8-7756-4FFB-BBAD-D8BD439A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5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845C-F480-4B1C-BC44-1C253032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79A9F-D4D2-450A-BB11-C2B624D06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ADADB-BC5C-439F-983B-20368C734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BF1AB-B536-4609-92CE-B48E996FB9A7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4AAB-CE23-47E4-8688-8F03C381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31E4F-E676-414F-9C10-E27D38E1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7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35340-B35E-41FB-A597-064F38518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3EBFC-6DFD-4EFF-B0E2-9872CC871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1802D-3D97-4DE9-8E23-143E390B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3334B-3A3E-4C7E-A15D-AE08F5E05AB0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91F9C-C4F0-4FDC-BC82-D81DB1CC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5B553-2D70-4094-8F95-15FBB1DA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3726-229C-46D4-AAF5-D12BE1B5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4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93176-96D0-464E-AE38-5F48578D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7C4A0-4798-46C3-A23C-0CD31DB0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C2633-B4D0-4E0A-A727-21287BF15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D2FF60C-8904-460E-A441-46C497545E77}" type="datetime1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A3179-7544-4996-990C-219E0C049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385B3-CD0C-409C-801C-EBAC20A17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8673726-229C-46D4-AAF5-D12BE1B584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875D1625-05D5-4E53-9BF5-39E75D822C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81548" y="2223867"/>
            <a:ext cx="10097729" cy="979908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D-Success and e-Recruitment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E2C8C86-2E87-4DE0-8791-558B6AEFD1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555547"/>
            <a:ext cx="6400800" cy="1752600"/>
          </a:xfrm>
        </p:spPr>
        <p:txBody>
          <a:bodyPr/>
          <a:lstStyle/>
          <a:p>
            <a:r>
              <a:rPr lang="en-US" altLang="en-US" dirty="0"/>
              <a:t>Prepared by Thinh, Huynh</a:t>
            </a:r>
          </a:p>
          <a:p>
            <a:r>
              <a:rPr lang="en-US" altLang="en-US"/>
              <a:t>27/06/2025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94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FD95-3659-BFBC-F831-5E5DB6B2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82" y="247769"/>
            <a:ext cx="5757153" cy="5914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39BE-9B1D-1919-DC3C-2A46D28AF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96" y="1243117"/>
            <a:ext cx="10515600" cy="5098543"/>
          </a:xfrm>
        </p:spPr>
        <p:txBody>
          <a:bodyPr>
            <a:noAutofit/>
          </a:bodyPr>
          <a:lstStyle/>
          <a:p>
            <a:pPr marL="342900" indent="-342900">
              <a:buAutoNum type="alphaUcPeriod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</a:p>
          <a:p>
            <a:pPr marL="744538" indent="-400050">
              <a:buFont typeface="+mj-lt"/>
              <a:buAutoNum type="romanUcPeriod"/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D-Success</a:t>
            </a: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</a:p>
          <a:p>
            <a:pPr marL="744538" indent="-400050">
              <a:buFont typeface="+mj-lt"/>
              <a:buAutoNum type="romanUcPeriod"/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</a:t>
            </a: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TVTC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 chỉ - Chứng nhận - Thư đại lý 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 sách khách hàng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lý hồ sơ yêu cầu bảo hiểm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lý hợp đồng bảo hiểm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lý hồ sơ yêu cầu bồi thường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78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A5C3-AE93-63AC-858F-49360F4C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9AE-5A94-2BAE-9F07-BFFAD9FC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82" y="247769"/>
            <a:ext cx="5757153" cy="5914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9FD91-779F-7882-6B36-72E22E5C9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96" y="1243117"/>
            <a:ext cx="10515600" cy="5098543"/>
          </a:xfrm>
        </p:spPr>
        <p:txBody>
          <a:bodyPr>
            <a:noAutofit/>
          </a:bodyPr>
          <a:lstStyle/>
          <a:p>
            <a:pPr marL="342900" indent="-342900">
              <a:buAutoNum type="alphaUcPeriod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</a:p>
          <a:p>
            <a:pPr marL="744538" indent="-400050">
              <a:buFont typeface="+mj-lt"/>
              <a:buAutoNum type="romanUcPeriod" startAt="2"/>
            </a:pPr>
            <a:r>
              <a:rPr lang="en-US" sz="18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18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1800" b="1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3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đua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GA</a:t>
            </a: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4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ấn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4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4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3"/>
            </a:pPr>
            <a:endParaRPr 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7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329B4-8320-781A-18D6-FACE9C6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F270-1011-F1CF-FA6C-4032214C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82" y="247769"/>
            <a:ext cx="5757153" cy="5914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985ED-7F43-F929-FA18-311B92749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96" y="1243117"/>
            <a:ext cx="10515600" cy="5098543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lphaUcPeriod" startAt="2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E-Recruitment</a:t>
            </a:r>
          </a:p>
          <a:p>
            <a:pPr marL="744538" indent="-400050">
              <a:buFont typeface="+mj-lt"/>
              <a:buAutoNum type="romanUcPeriod"/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e- Recruitment</a:t>
            </a: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</a:p>
          <a:p>
            <a:pPr marL="744538" indent="-400050">
              <a:buFont typeface="+mj-lt"/>
              <a:buAutoNum type="romanUcPeriod"/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 mới Hồ sơ Ứng viên 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 duyệt Hồ sơ Ứng viên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Xét duyệt phân cấp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Cá nhân Ứng viên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 sách Hồ sơ Ứng viên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Bổ sung Hồ sơ Ứng viên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 sách Ứng viên vãng lai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lịch học</a:t>
            </a:r>
          </a:p>
          <a:p>
            <a:pPr marL="1598613" lvl="2" indent="-400050">
              <a:buFont typeface="+mj-lt"/>
              <a:buAutoNum type="alphaLcPeriod"/>
            </a:pPr>
            <a:r>
              <a:rPr lang="vi-VN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lịch thi ĐLBH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980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5CFE-837D-B806-33A4-2E9366818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FA36-8489-7C53-290B-B047FFEB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82" y="247769"/>
            <a:ext cx="5757153" cy="5914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430DE-760D-E37E-94A8-72EE02905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96" y="1243117"/>
            <a:ext cx="10515600" cy="5098543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lphaUcPeriod" startAt="2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E-Recruitment</a:t>
            </a:r>
          </a:p>
          <a:p>
            <a:pPr marL="744538" indent="-400050">
              <a:buFont typeface="+mj-lt"/>
              <a:buAutoNum type="romanUcPeriod" startAt="2"/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2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98613" lvl="2" indent="-400050">
              <a:buFont typeface="+mj-lt"/>
              <a:buAutoNum type="alphaLcPeriod"/>
            </a:pP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5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sz="15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 startAt="3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800" dirty="0" err="1">
                <a:solidFill>
                  <a:srgbClr val="000000"/>
                </a:solidFill>
                <a:cs typeface="Arial" panose="020B0604020202020204" pitchFamily="34" charset="0"/>
              </a:rPr>
              <a:t>Xử</a:t>
            </a:r>
            <a:r>
              <a:rPr 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 lý </a:t>
            </a:r>
            <a:r>
              <a:rPr lang="en-US" sz="1800" dirty="0" err="1">
                <a:solidFill>
                  <a:srgbClr val="000000"/>
                </a:solidFill>
                <a:cs typeface="Arial" panose="020B0604020202020204" pitchFamily="34" charset="0"/>
              </a:rPr>
              <a:t>hồ</a:t>
            </a:r>
            <a:r>
              <a:rPr 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cs typeface="Arial" panose="020B0604020202020204" pitchFamily="34" charset="0"/>
              </a:rPr>
              <a:t>sơ</a:t>
            </a:r>
            <a:r>
              <a:rPr 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cs typeface="Arial" panose="020B0604020202020204" pitchFamily="34" charset="0"/>
              </a:rPr>
              <a:t>yêu</a:t>
            </a:r>
            <a:r>
              <a:rPr 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cs typeface="Arial" panose="020B0604020202020204" pitchFamily="34" charset="0"/>
              </a:rPr>
              <a:t>cầu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 startAt="3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ấn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00050">
              <a:buFont typeface="+mj-lt"/>
              <a:buAutoNum type="romanUcPeriod"/>
            </a:pP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ấn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00050">
              <a:buFont typeface="+mj-lt"/>
              <a:buAutoNum type="romanUcPeriod"/>
            </a:pP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ấn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00050">
              <a:buFont typeface="+mj-lt"/>
              <a:buAutoNum type="romanUcPeriod"/>
            </a:pP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UcPeriod" startAt="3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  <a:p>
            <a:pPr marL="342900" indent="-342900">
              <a:buFont typeface="+mj-lt"/>
              <a:buAutoNum type="alphaUcPeriod" startAt="3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5057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512C5-179C-B11C-86D7-3B97FFBE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7C6BDEDD-6D79-A68A-3EF0-37E7C742B597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25F5C-68A7-380A-D705-0680011AD5D3}"/>
              </a:ext>
            </a:extLst>
          </p:cNvPr>
          <p:cNvSpPr txBox="1"/>
          <p:nvPr/>
        </p:nvSpPr>
        <p:spPr>
          <a:xfrm>
            <a:off x="324463" y="1199171"/>
            <a:ext cx="1151511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</a:p>
          <a:p>
            <a:pPr marL="744538" indent="-400050">
              <a:buFont typeface="+mj-lt"/>
              <a:buAutoNum type="romanUcPeriod"/>
            </a:pP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D-Success</a:t>
            </a:r>
          </a:p>
          <a:p>
            <a:pPr marL="1141413" lvl="1" indent="-400050">
              <a:buFont typeface="+mj-lt"/>
              <a:buAutoNum type="arabicPeriod"/>
            </a:pPr>
            <a:r>
              <a:rPr lang="en-US" sz="15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endParaRPr lang="en-US" sz="15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Agency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hiểm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nhìn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chóng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lý/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lối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2"/>
            </a:pPr>
            <a:r>
              <a:rPr lang="en-US" sz="15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lý,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lý, admin </a:t>
            </a:r>
          </a:p>
          <a:p>
            <a:pPr marL="1084263" lvl="1" indent="-342900">
              <a:buFont typeface="+mj-lt"/>
              <a:buAutoNum type="arabicPeriod" startAt="3"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3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B40D-07EF-F8A0-E7ED-A71D6803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CA10BB-E27A-997B-B9E5-2B180B680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774" y="2585358"/>
            <a:ext cx="3003205" cy="38495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657624-FA90-6C96-6B3D-2DB13B6876BA}"/>
              </a:ext>
            </a:extLst>
          </p:cNvPr>
          <p:cNvSpPr txBox="1"/>
          <p:nvPr/>
        </p:nvSpPr>
        <p:spPr>
          <a:xfrm>
            <a:off x="324464" y="1576238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852C11-FD57-98A8-451D-6C1F57B54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17" y="2585358"/>
            <a:ext cx="3448949" cy="38496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1CD410-FDBA-373B-B417-5C63F1EE1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095" y="2585358"/>
            <a:ext cx="3337849" cy="29263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EE1406-DE4D-9937-B93F-C13DDEBACD9C}"/>
              </a:ext>
            </a:extLst>
          </p:cNvPr>
          <p:cNvSpPr txBox="1"/>
          <p:nvPr/>
        </p:nvSpPr>
        <p:spPr>
          <a:xfrm>
            <a:off x="1557495" y="2208997"/>
            <a:ext cx="97444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quan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hệ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1666F-D04B-A8BB-EAE2-9968B920C03D}"/>
              </a:ext>
            </a:extLst>
          </p:cNvPr>
          <p:cNvSpPr txBox="1"/>
          <p:nvPr/>
        </p:nvSpPr>
        <p:spPr>
          <a:xfrm>
            <a:off x="324464" y="1896132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9801DF1-133D-CED6-F3C1-AFD7DD4578E7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F480F-E04F-D254-470E-08B9FD717380}"/>
              </a:ext>
            </a:extLst>
          </p:cNvPr>
          <p:cNvSpPr txBox="1"/>
          <p:nvPr/>
        </p:nvSpPr>
        <p:spPr>
          <a:xfrm>
            <a:off x="324464" y="119917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romanUcPeriod" startAt="2"/>
            </a:pP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87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4160-75F6-59B7-2874-637A7C4E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4A24CE6-6BF0-1FB8-1107-D3D7E7D120D9}"/>
              </a:ext>
            </a:extLst>
          </p:cNvPr>
          <p:cNvSpPr txBox="1"/>
          <p:nvPr/>
        </p:nvSpPr>
        <p:spPr>
          <a:xfrm>
            <a:off x="1438278" y="1730560"/>
            <a:ext cx="96310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Tạo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E-Card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tư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vấn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tải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mẫu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E-Card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cấp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923480-82B7-9757-86B4-45286B79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876" y="2300626"/>
            <a:ext cx="6429139" cy="37002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7E8001-4B96-8161-6745-A228B5CC5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335" y="2307002"/>
            <a:ext cx="3193057" cy="2766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5DCBF0-CA3E-8C60-C715-31470AD61DB3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31992-35D1-45E2-3987-1851B7575AE1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8ADD368-F1A5-FEDB-235E-88C2C9C04874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439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6869-3EF1-7ECC-A1D3-34D8217FC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017E038-03CF-9C7B-FBE6-CFE2D2BEFC1D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791D5-62FA-6143-D4DF-BFA69BF8DF68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D3B097-8148-ABFB-CE24-4E73D7D1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300626"/>
            <a:ext cx="10972800" cy="37706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A828649A-6E3B-1095-BA1F-CDA56A5BEE2D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F6C47-8D74-C4F2-B4A2-D92AFABD5974}"/>
              </a:ext>
            </a:extLst>
          </p:cNvPr>
          <p:cNvSpPr txBox="1"/>
          <p:nvPr/>
        </p:nvSpPr>
        <p:spPr>
          <a:xfrm>
            <a:off x="1438278" y="1730560"/>
            <a:ext cx="103075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Cập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nhật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tin: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tạo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điều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quan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37590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1B9A-5B62-A53A-16AF-F466BDB5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772282-1E70-D09F-8338-62A0778B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624253"/>
            <a:ext cx="10972800" cy="26674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1F7D6B-AA0C-5C24-1599-22BAC6E3D084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9D334-8F68-5295-C3B3-85CBA91A7809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3DCB3-FFBA-9221-8A79-75F921429385}"/>
              </a:ext>
            </a:extLst>
          </p:cNvPr>
          <p:cNvSpPr txBox="1"/>
          <p:nvPr/>
        </p:nvSpPr>
        <p:spPr>
          <a:xfrm>
            <a:off x="1442298" y="1738452"/>
            <a:ext cx="100489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xác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giao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năng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DLVN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2023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trở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bổ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sung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quan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phụ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lục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nghị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định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2023.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3850753-78FA-61C3-E29C-3D40800A212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73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8601-7101-515C-D86D-B1AB7D82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28F687-0802-BD89-D195-E302129E693D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45501-77A8-C6C3-72A4-6A4C376CED5C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972A53-9FA3-3659-50D7-6A5910AC6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221457"/>
            <a:ext cx="10972800" cy="38518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25877F5E-B61C-26A5-00FE-64E8E4004E5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CF30B-4B9F-7D63-EC18-6866DF9336B4}"/>
              </a:ext>
            </a:extLst>
          </p:cNvPr>
          <p:cNvSpPr txBox="1"/>
          <p:nvPr/>
        </p:nvSpPr>
        <p:spPr>
          <a:xfrm>
            <a:off x="1438278" y="1730560"/>
            <a:ext cx="9949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cam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thuế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trong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việc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cam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thuế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từng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năm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23846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9B5C-7C95-1128-DCB3-91064CAB7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18163-5099-8D82-F06F-9B31D484D5BB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3C896-1EEA-2285-B36A-FCE2E71939CA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TVTC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Nhóm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30897-498F-ECB5-4BB4-548DFAF4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300626"/>
            <a:ext cx="10972800" cy="3657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AE857502-8CBB-A0BF-5262-FE08150E3FE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57D8E-5329-F2BB-DE78-1049EF2BEEBD}"/>
              </a:ext>
            </a:extLst>
          </p:cNvPr>
          <p:cNvSpPr txBox="1"/>
          <p:nvPr/>
        </p:nvSpPr>
        <p:spPr>
          <a:xfrm>
            <a:off x="1438278" y="1730560"/>
            <a:ext cx="9949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từng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phòng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631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28FD-EF0F-990A-4F7F-2BBADEA4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C331C-1B40-55B6-1C6D-85D44537D1DE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FC788-36FD-4489-255D-37D27C720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400064"/>
            <a:ext cx="10972800" cy="32607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84C9D419-EEB5-E18B-4119-BC3B3EE486F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27C1F-DD24-B1EC-6381-4D3971DE90CE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TVTC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Nhóm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D0E49-C27E-B2EB-0BBA-2EB11AC8F32D}"/>
              </a:ext>
            </a:extLst>
          </p:cNvPr>
          <p:cNvSpPr txBox="1"/>
          <p:nvPr/>
        </p:nvSpPr>
        <p:spPr>
          <a:xfrm>
            <a:off x="1438278" y="1730560"/>
            <a:ext cx="9949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vi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phạm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kỷ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luật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việc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kỷ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luật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ban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hành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0456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88315-79B4-C08A-A6FD-11A55DD9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9BB46-B9DC-DF7E-A12D-9218EB32CF5D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43C41-B074-A5FB-A0A2-805BAC343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406653"/>
            <a:ext cx="10972800" cy="36536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4CF24ADB-B76C-C2F3-3C70-E7E555A182C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BFEAE-31BF-2198-EE20-B0A5E07BD3C1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TVTC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Nhóm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65B0E-DA1A-BF03-60C5-AD489905784F}"/>
              </a:ext>
            </a:extLst>
          </p:cNvPr>
          <p:cNvSpPr txBox="1"/>
          <p:nvPr/>
        </p:nvSpPr>
        <p:spPr>
          <a:xfrm>
            <a:off x="1438278" y="1730560"/>
            <a:ext cx="104292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TVTC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phục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vụ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SA: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năng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xem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danh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TVTC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phục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vụ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HĐ OPM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phân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đầy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đủ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kịp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thời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42967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B3C9-361F-C684-1D42-F924DC5A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570232-757E-C972-AD0C-911EEAA5A25B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2CAEA-48E8-3577-4C19-7469E8512890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Thư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45673-B297-416C-619F-B3514AC7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79084"/>
            <a:ext cx="10972800" cy="2245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AACF82-0C4E-C864-410F-AEF5E160E3BF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E74F7-0168-C67C-3CBE-99D45D33CD9F}"/>
              </a:ext>
            </a:extLst>
          </p:cNvPr>
          <p:cNvSpPr txBox="1"/>
          <p:nvPr/>
        </p:nvSpPr>
        <p:spPr>
          <a:xfrm>
            <a:off x="1438278" y="1730560"/>
            <a:ext cx="104292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Chứng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–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Chứng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vi-VN" sz="1500" dirty="0">
                <a:latin typeface="Arial" panose="020B0604020202020204" pitchFamily="34" charset="0"/>
                <a:cs typeface="Arial" panose="020B0604020202020204" pitchFamily="34" charset="0"/>
              </a:rPr>
              <a:t>dùng để chứa chứng chỉ hay cách chứng nhận khoá học mà Đại lý hoàn thành. Bao gồm thông tin cá nhân và số QĐ được MOF cấp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28440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7F24-CDA3-DBFD-62AE-DB05ED34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4A9A3-78D0-7965-8AC4-3B21480C5DE4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263C3-0FE7-9492-620E-14C57BD47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644943"/>
            <a:ext cx="10972800" cy="2572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34F7BFA6-3E30-1CE4-0B0E-4515CC2A0ED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39225-CF6C-11F4-2047-5B8827B90CA0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Thư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28D00-80E9-8A1A-0B20-522E72D120E8}"/>
              </a:ext>
            </a:extLst>
          </p:cNvPr>
          <p:cNvSpPr txBox="1"/>
          <p:nvPr/>
        </p:nvSpPr>
        <p:spPr>
          <a:xfrm>
            <a:off x="1438278" y="1730560"/>
            <a:ext cx="104292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Thư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hành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chính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lý: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Thư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Dùng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quan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việc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thăng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giáng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chức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lý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87597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37273-5521-C614-BFB0-0D0856D2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4477A-2789-2071-5C2A-C8CA182F15FA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E5504EE-293B-D73D-F440-702D43C3F534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C2759-F535-9655-ED78-0F3AEDF855C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Thư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16E4CD-5BB6-223F-1452-952C081D5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706508"/>
            <a:ext cx="10972800" cy="32722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53CC0C-1D23-4BF5-A0ED-E4DB0792AE48}"/>
              </a:ext>
            </a:extLst>
          </p:cNvPr>
          <p:cNvSpPr txBox="1"/>
          <p:nvPr/>
        </p:nvSpPr>
        <p:spPr>
          <a:xfrm>
            <a:off x="1438278" y="1730560"/>
            <a:ext cx="104292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Thư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hành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chính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lý: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Thư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giới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thiệu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TVTC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mới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Thư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thiệu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dụng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trong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trường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TVTC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gặp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thủ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tục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643042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10D4-3263-50D2-EB50-C756CF87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980A6D-E216-2FC6-7668-D2C7B18A26FC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8F46BD-5BEC-E1BB-1779-2AD8744436D1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Văn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xác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23962-B86F-A5E6-76F4-A90F701DA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13780"/>
            <a:ext cx="10972800" cy="29288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E5B0DB71-3C4A-A3B5-E29B-BA092320B44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C3495-8F04-8FE0-F2E3-E166E96FBB3C}"/>
              </a:ext>
            </a:extLst>
          </p:cNvPr>
          <p:cNvSpPr txBox="1"/>
          <p:nvPr/>
        </p:nvSpPr>
        <p:spPr>
          <a:xfrm>
            <a:off x="1438278" y="1730560"/>
            <a:ext cx="10429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Văn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xác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admin</a:t>
            </a:r>
          </a:p>
        </p:txBody>
      </p:sp>
    </p:spTree>
    <p:extLst>
      <p:ext uri="{BB962C8B-B14F-4D97-AF65-F5344CB8AC3E}">
        <p14:creationId xmlns:p14="http://schemas.microsoft.com/office/powerpoint/2010/main" val="3776284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F2E2-945F-37FF-8343-01C7D544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9D00D5-8D2F-CD01-6DE5-61C43310AA37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C299B-97F0-D45B-180A-C44AE9A185BA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ABB0D0-0EBB-6568-4452-8F8F9F7B1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300626"/>
            <a:ext cx="10972800" cy="37466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D818752D-B5CC-3953-3F65-E9F9EFD0E41D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8B6F6-99CB-E196-4165-FBEE3E9271B5}"/>
              </a:ext>
            </a:extLst>
          </p:cNvPr>
          <p:cNvSpPr txBox="1"/>
          <p:nvPr/>
        </p:nvSpPr>
        <p:spPr>
          <a:xfrm>
            <a:off x="1438278" y="1730560"/>
            <a:ext cx="10429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hàng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3318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BF0F-4EDB-6930-2FAA-AB1C6F92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67E7BD-CD8A-0019-A7C2-872513EDAB20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AA136-A1B1-B3E1-27A0-3FBCD5EE64C1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983C71-69DE-823E-7F64-7F95594DE74D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818BD-DD59-9D57-952A-9E709128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964712"/>
            <a:ext cx="10972800" cy="24779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A028AE-4D0E-D9F0-2AB8-431F7F51A26F}"/>
              </a:ext>
            </a:extLst>
          </p:cNvPr>
          <p:cNvSpPr txBox="1"/>
          <p:nvPr/>
        </p:nvSpPr>
        <p:spPr>
          <a:xfrm>
            <a:off x="1438278" y="1730560"/>
            <a:ext cx="102679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hàng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tiềm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năng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tiềm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cận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trong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30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ngày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.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Nếu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30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ngày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vẫn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chưa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hạn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thì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sẽ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chính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ty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42812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4C7E-0BE8-D3C0-C826-E1347291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1F604C-E888-B869-5D50-73FEA430421C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C6EF4-935C-9E2E-A5E5-0BC5869019D7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bảo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hiểm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821AA-C91B-E109-C7E6-02A7550D8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176014"/>
            <a:ext cx="10972800" cy="42655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8432D170-F0B2-40E9-B242-A5C30CC9CF3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659905-18C0-3FF8-E245-0D4542AF19DC}"/>
              </a:ext>
            </a:extLst>
          </p:cNvPr>
          <p:cNvSpPr txBox="1"/>
          <p:nvPr/>
        </p:nvSpPr>
        <p:spPr>
          <a:xfrm>
            <a:off x="1438278" y="1730560"/>
            <a:ext cx="10429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HSYCBH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3714630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6E86-6CE6-AE36-F8F6-A8CA7AD0C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47DC1D-9D17-642B-E9AD-66B9EB2EE6A7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B28D4-5252-E47F-7E48-8B92C6F413C3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bảo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hiểm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862D31-9B43-AB4A-159E-E78748AC4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019" y="2531459"/>
            <a:ext cx="7652283" cy="3657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6F4ED071-EC48-3A46-70DC-595FCC92F77F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2A7E1-CF1B-2E69-BB98-4B4A1DEFAA2F}"/>
              </a:ext>
            </a:extLst>
          </p:cNvPr>
          <p:cNvSpPr txBox="1"/>
          <p:nvPr/>
        </p:nvSpPr>
        <p:spPr>
          <a:xfrm>
            <a:off x="1438278" y="1730560"/>
            <a:ext cx="104292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HSYCBH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thư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bàn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giao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bộ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HĐBH (ACK)</a:t>
            </a:r>
          </a:p>
        </p:txBody>
      </p:sp>
    </p:spTree>
    <p:extLst>
      <p:ext uri="{BB962C8B-B14F-4D97-AF65-F5344CB8AC3E}">
        <p14:creationId xmlns:p14="http://schemas.microsoft.com/office/powerpoint/2010/main" val="194324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B3B0-854A-2754-8F98-BF3B40C2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151B87-04B5-DCB8-146A-6BDDFE74B5C0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BF604-9C84-5AF1-CF2F-196E029D247B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bảo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hiểm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31DF5E-1516-3DAF-614E-0C7C0377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31086"/>
            <a:ext cx="10972800" cy="20864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8E47CE4-0B63-C326-2618-4E5EB36D395A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64464-6C3F-E201-F2D7-769C2CC37FAD}"/>
              </a:ext>
            </a:extLst>
          </p:cNvPr>
          <p:cNvSpPr txBox="1"/>
          <p:nvPr/>
        </p:nvSpPr>
        <p:spPr>
          <a:xfrm>
            <a:off x="1438278" y="1730560"/>
            <a:ext cx="10429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HSYCBH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1387145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58C4-B8AE-6841-B589-861E1C55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4C0413-7A54-A28D-FB54-A9F3D90144EE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25E67-0A51-8E3D-3925-03943360CC77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hợp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đồng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C23D9-77F6-E9CD-FA77-9A46C3D4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01" y="2053725"/>
            <a:ext cx="10789920" cy="43952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63689071-181C-0C9B-96B3-1FA3BC6A030D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8B9D1-D511-1021-293E-814C4E0F6533}"/>
              </a:ext>
            </a:extLst>
          </p:cNvPr>
          <p:cNvSpPr txBox="1"/>
          <p:nvPr/>
        </p:nvSpPr>
        <p:spPr>
          <a:xfrm>
            <a:off x="1438278" y="1730560"/>
            <a:ext cx="10429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1119960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53E4-FDF6-A34C-CBC4-C3C7F3ED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C70F97-96BB-50C9-4070-EDAA2BCB9F53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27743-7FF4-890A-6E51-FFEB87FF2E38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hợp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đồng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D1DD3B-1FAC-B01A-C96C-F0E6F7E07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726217"/>
            <a:ext cx="10972800" cy="26170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C49505A3-F838-BBAE-DCFA-4C342A1A60C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A6171D-0137-37E9-B21A-DF8EC4B032D5}"/>
              </a:ext>
            </a:extLst>
          </p:cNvPr>
          <p:cNvSpPr txBox="1"/>
          <p:nvPr/>
        </p:nvSpPr>
        <p:spPr>
          <a:xfrm>
            <a:off x="1438278" y="1730560"/>
            <a:ext cx="104292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đồng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hành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3417399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9EF9-DE98-3B1E-7612-6E53160F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38190A-F594-E317-21AB-4CCE6A1C060E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5FCDB-BACC-0304-72E4-19DE1E8D9562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bồi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thường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FAE4F-30EE-2CCB-1DB3-D64EA6D1A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383281"/>
            <a:ext cx="10972800" cy="3687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E0BFC297-937F-2F90-7BB1-141E34EAA47B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9D8F6-563E-D0B2-67BF-DFC9443B74C4}"/>
              </a:ext>
            </a:extLst>
          </p:cNvPr>
          <p:cNvSpPr txBox="1"/>
          <p:nvPr/>
        </p:nvSpPr>
        <p:spPr>
          <a:xfrm>
            <a:off x="1438278" y="1730560"/>
            <a:ext cx="104292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bồi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thường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bồi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thường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2269985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3352-69C8-B1A7-98FF-A3A844DE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2082F7-6F0B-45F7-0E23-8FAE068E8899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76EBB-72E1-473B-648B-7166093679BE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bồi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thường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E1F6F-6C01-1074-5998-690FAE16D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31459"/>
            <a:ext cx="10972800" cy="32784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ADACCB9B-1DCD-41BB-C30E-8D758214C97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B5EC4-4607-AEE0-3790-73E7F2FDBB40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bồi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thường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bồi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thường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2019104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9782B-BF02-B0DD-F5E8-CD6CC968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A9FB05-906F-8E6F-C82D-1A636C47748D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71B02-693A-E8B3-8398-6816942D7522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đua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BE263-BEE0-84EB-94DF-4B4BA456D038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D6AF31-B344-2E3A-0359-B660B59B2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711328"/>
            <a:ext cx="10972800" cy="31130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3157A7-AD3F-A7E6-8269-A42EF02443DF}"/>
              </a:ext>
            </a:extLst>
          </p:cNvPr>
          <p:cNvSpPr txBox="1"/>
          <p:nvPr/>
        </p:nvSpPr>
        <p:spPr>
          <a:xfrm>
            <a:off x="1438278" y="1730560"/>
            <a:ext cx="10288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đua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chương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đua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đua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1483979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F402-6AA7-CA08-9F66-E110C672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E88BB-7295-F800-D094-AB96DF36458D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B5CDBF-0286-07E7-F5C6-39EF9AD6438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đua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4F1CF8-7EDA-D560-D9C8-04FEBE286CB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A1D7F-DF7F-2EC7-DE2E-0098592DE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08953"/>
            <a:ext cx="10972800" cy="29336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C91203-8242-AB3B-8549-37280EEC3936}"/>
              </a:ext>
            </a:extLst>
          </p:cNvPr>
          <p:cNvSpPr txBox="1"/>
          <p:nvPr/>
        </p:nvSpPr>
        <p:spPr>
          <a:xfrm>
            <a:off x="1438278" y="1730560"/>
            <a:ext cx="10288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đua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chương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đua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đua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</a:p>
        </p:txBody>
      </p:sp>
    </p:spTree>
    <p:extLst>
      <p:ext uri="{BB962C8B-B14F-4D97-AF65-F5344CB8AC3E}">
        <p14:creationId xmlns:p14="http://schemas.microsoft.com/office/powerpoint/2010/main" val="1674936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3856-7881-CCF7-9338-E880FAFB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F2313-2518-FD70-4A42-47E2B665FEC4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9A65F4-275E-5EAE-248A-CE01ACE92F4E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kết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B855E-5099-E62F-2413-A2F2FE50E985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BF37D3-1BA7-5639-8D03-D75431993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14" y="2356701"/>
            <a:ext cx="10559093" cy="4084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EF8F54-B56B-8165-BB48-191A549681B0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so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cùng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kì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454636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3AEC-3BC1-7AAF-82D0-DEE67BCC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622D0A-FFA3-E461-F339-2BC32449E74F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15F68E-7DA8-DDED-7A40-E75E43F7100D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kết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54417-F72B-BC01-F2B6-EE2B8038883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08816-7BC2-9EB3-F5A8-4B4E838D5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961" y="2436209"/>
            <a:ext cx="10058400" cy="40079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49F182-44B6-64B4-B434-CE697606D837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chi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tiết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K2 &amp; K2+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chi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K2, K2+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92607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EF80-33AA-10DD-1840-63C3BCE6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C41FA-113B-E161-B85C-A753E410986A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691516-AC42-779D-85FA-0932BFF16F9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kết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F2427-C338-3832-2E77-6A050A9B343F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9CEE78-8109-6C3E-75BB-215126D6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83" y="2515390"/>
            <a:ext cx="10170355" cy="38853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912B8B-8787-4447-09B3-B4C73760494F}"/>
              </a:ext>
            </a:extLst>
          </p:cNvPr>
          <p:cNvSpPr txBox="1"/>
          <p:nvPr/>
        </p:nvSpPr>
        <p:spPr>
          <a:xfrm>
            <a:off x="1438278" y="1730560"/>
            <a:ext cx="102886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quý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số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lương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tư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vấn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giao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đoạn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5670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66E2-1B3F-9F3B-13CB-F09B5C26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9B9406-84B5-33DD-3FF6-C140988343B2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6C55E-C759-7A32-28B6-91B16343EF3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kết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0DA295-ACF4-47FD-8B7C-97833594F05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68F9B-1239-91D8-FC9F-8E6995BBF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442381"/>
            <a:ext cx="10972800" cy="39944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C12E66-3F40-2FED-D788-3ECDD2E8CC5A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801688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chi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tiết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K2 &amp; K2+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chi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K2, K2+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37531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FFB2-6172-49EC-FD7C-AE77CE05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A8BFCC-BAD8-A52A-D571-C8063EE164EE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E6667-9065-742D-9EBE-B5492817A745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kết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8B3F0-8231-8A10-CBA3-E6BAEFF1D0AF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A3587A-F58A-7D8A-9F18-F35C1564B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91465"/>
            <a:ext cx="10972800" cy="31522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48456A-9C2F-6A52-1583-F79D65AD4DE6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DS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chấm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dứt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HDĐL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tự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đủ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tỷ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lệ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trì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48956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A45BC-39DD-3D6F-0D16-C348E3A7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6F97C7-C7E2-94A6-960C-65FF3B24712F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7A807-1783-9843-57C7-C100BB316F0E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21F12E-4184-A995-17E5-DFC0DCB8FB04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BA967-F895-BA9E-950B-A275919F9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364230"/>
            <a:ext cx="10972800" cy="34515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55862-E05C-E6FF-4BE8-D83F5B3E2E16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Thu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3634236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E9B3-ED98-AF0B-AB02-E0798AD4E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E22211-5E16-7330-A834-439F10B400BA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61F80-F347-8FDB-24B9-0B99ECF3C7BD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D3C75-470E-3669-3771-24A5611B444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ADD9D3-9A56-05B7-0A21-83AA5381C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284558"/>
            <a:ext cx="10972800" cy="39175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06263D-4EDE-DADE-B5BB-5D48E1125700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Thu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3362867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B13D-EB65-7BCB-B1AB-2F8CE09C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FFF6E7-DC1C-2CD5-D808-649E25F5ABB5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214281-E2A8-DDE6-E628-1FA7017ACF3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7B9960-56DD-55CC-8FD9-EA9141C83F4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9CB4E-7872-6988-9EA8-B663C85C5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284558"/>
            <a:ext cx="10972800" cy="39977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B12A5-77C5-BD6B-B878-6D7CA3A041DB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23445289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9AC6-74E9-B24A-9897-16515785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EED129-D498-760C-C630-1B587BF59953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D8DD3-C1BD-8A6E-3708-D05C9E77BE10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CF607-0E29-DE6D-22E5-D2D04044B31E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567BC-9644-DB63-9CDA-3900A0CEA7E6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4E7A5E-0D47-1770-0F15-19BE48D4D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102" y="2531459"/>
            <a:ext cx="5060118" cy="325402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48469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430F-43D0-974A-6767-1328DE56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D99363-01C8-B216-0733-D1B8B4621F9F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168C6-2B08-B866-5ECC-00D6D8E5D10B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5DDBCE-A33F-3C75-A374-0CFEC208EE8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28F202-CE49-9BF3-590D-04857A72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284558"/>
            <a:ext cx="10972800" cy="39528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C87886-0842-A33E-2FC5-55F9938889EA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nghiệm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Bảng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lương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hộ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nhằm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xuất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hóa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đơn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kịp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thời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80393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E6CF0-9EAA-504D-0117-4B66C4C6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E4F020-A2DF-EA6F-BFE2-9CB6066083B0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5E08E-F31A-7232-AB68-7213CBDC45E1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14A1F-7433-87EC-30D8-B81BA6ED66DB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D2F38F-AD3E-0029-444B-4EAA3F32E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4" y="2548233"/>
            <a:ext cx="10972800" cy="31954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1D67E7-3F27-A0AA-BA3F-E0DF53F5B077}"/>
              </a:ext>
            </a:extLst>
          </p:cNvPr>
          <p:cNvSpPr txBox="1"/>
          <p:nvPr/>
        </p:nvSpPr>
        <p:spPr>
          <a:xfrm>
            <a:off x="1438278" y="1730560"/>
            <a:ext cx="10288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nợ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2101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1D7B5-0C03-0F99-205E-AD65D8EAD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6C1CE0-E50F-3EA7-CE71-E5CD25F0E860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B4D1B-B01F-4999-0ED1-5AA91CDC5648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1E27B-73AA-1FD3-AA79-914D57345E87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0AC64-5385-A734-4A77-8B3FFCA2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705493"/>
            <a:ext cx="10972800" cy="25948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F617DF-B77E-2CA7-8F0B-FF7665489619}"/>
              </a:ext>
            </a:extLst>
          </p:cNvPr>
          <p:cNvSpPr txBox="1"/>
          <p:nvPr/>
        </p:nvSpPr>
        <p:spPr>
          <a:xfrm>
            <a:off x="1438278" y="1730560"/>
            <a:ext cx="10288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chung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GA: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chung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1149039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EA1C-57F7-7799-A1DB-86BE06C9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B43939-459C-D492-8798-8171C5E9EFE9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68606-A0C8-00F8-70CA-6AEA1517652A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10750-193E-588E-A716-EF2F261786F3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28597-E41B-316C-4CFE-9BA7B03A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410169"/>
            <a:ext cx="10972800" cy="27566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12CA1B-0F31-C91D-2273-76BD79B408BD}"/>
              </a:ext>
            </a:extLst>
          </p:cNvPr>
          <p:cNvSpPr txBox="1"/>
          <p:nvPr/>
        </p:nvSpPr>
        <p:spPr>
          <a:xfrm>
            <a:off x="1438278" y="1730560"/>
            <a:ext cx="10288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thức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GA: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thức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</p:txBody>
      </p:sp>
    </p:spTree>
    <p:extLst>
      <p:ext uri="{BB962C8B-B14F-4D97-AF65-F5344CB8AC3E}">
        <p14:creationId xmlns:p14="http://schemas.microsoft.com/office/powerpoint/2010/main" val="14883723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D5BA2-B8F1-4EA7-1687-6391C4B1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AD7D84-3981-9343-D4A5-725EFA391F94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D54E4-E59E-5F73-9687-4060719A7655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551709-16D7-0223-953B-7CB466D1D09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3EB1F-AB00-1B29-8865-645A6E03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60" y="2370283"/>
            <a:ext cx="10606401" cy="411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5F1834-2C0B-9304-2D5C-E27BBD2185F1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tabLst>
                <a:tab pos="687388" algn="l"/>
              </a:tabLst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cáo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GA: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kết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kinh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doanh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số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lượng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tư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vấn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quý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95651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2E221-EF04-5228-BB66-B7C468374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77C99A-5DFB-932F-FF8B-7236B8C0CA2F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27E18-35F0-C81D-012C-9412A15AB75B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982A5-BAF3-AE72-D033-0D23AD73F45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2DA2A-D3D4-E71E-68EE-0E82F9E3D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31459"/>
            <a:ext cx="10972800" cy="36310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753FFD-405E-6C9C-93F9-F7472B92F42C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Thu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Tuần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77273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14532-EF30-6EFE-754B-A68F4D92C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0056DD-1EBD-746B-6D23-E63C0435C76F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7A340-DDFD-AF46-5322-A9A637EA16F2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18886D-5876-8D3C-BBC3-0E66C383EF4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24A02-EDD4-599C-F7EA-AC9CC8D39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305049"/>
            <a:ext cx="10972800" cy="41184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0631E8-8F22-DE69-2DC9-73F8F1A6A57F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Thu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74919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F42BE-3298-95F6-32BE-31CCE179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29D708-6BF2-D3B4-BD6C-15FC8626D0B1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7A1687-0C74-2140-9988-CA703CF658D8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CD885-A7F8-CBF8-8B9B-5EB845700385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AD652-EF7E-38D6-4476-19618329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31459"/>
            <a:ext cx="10972800" cy="37239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096D4F-5488-5497-C4F5-9AF410E5B7B2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57874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020F-6397-CB7A-1B6A-FB5537AB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6B8DC3-1DB9-0624-7A29-F5B3E222F812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0FEF37-2B3B-C0F5-FC1B-0F5440A45D6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2BE7BC-2E2D-310B-355E-9868E82CCF74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D2867-B9DD-8537-5BD5-1BBEC8E1B5A7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Thu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</a:t>
            </a:r>
          </a:p>
          <a:p>
            <a:pPr marL="742950" lvl="1" indent="-285750">
              <a:buFontTx/>
              <a:buChar char="-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75708A-1793-A8DA-06EC-59A9B20AF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746" y="2370283"/>
            <a:ext cx="4576830" cy="368761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6600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13138-EDF0-9373-F7EC-7A39575A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66D244-4E85-DB3D-150B-598A3F771C69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0EC93-E3AD-D17D-B438-C549374119CC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5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hằng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ngày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B3061-D31F-4A82-4582-160AB79555C8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ECD89-2265-029A-1A3A-1E886C79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531459"/>
            <a:ext cx="10972800" cy="39719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3600C9-ACE4-24B7-08A4-FD6FA163491F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hằng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ngày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lịch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quan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việc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thăng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hoặc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trì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giai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đoạn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972218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6375-EB37-9094-69DB-504D74C3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967D35-735C-CAFB-84AF-4EF98B41D805}"/>
              </a:ext>
            </a:extLst>
          </p:cNvPr>
          <p:cNvSpPr txBox="1"/>
          <p:nvPr/>
        </p:nvSpPr>
        <p:spPr>
          <a:xfrm>
            <a:off x="324464" y="111432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 startAt="3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989D1A-A6B6-BA35-E82F-45FDD373F77F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EF014-07FC-1626-593D-C1AE32B11B66}"/>
              </a:ext>
            </a:extLst>
          </p:cNvPr>
          <p:cNvSpPr txBox="1"/>
          <p:nvPr/>
        </p:nvSpPr>
        <p:spPr>
          <a:xfrm>
            <a:off x="324464" y="1415367"/>
            <a:ext cx="11641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1413" lvl="1" indent="-342900">
              <a:buFont typeface="+mj-lt"/>
              <a:buAutoNum type="alphaLcPeriod" startAt="5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hằng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ngày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81DD10-F8C4-137D-4865-FDD05E79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" y="2778756"/>
            <a:ext cx="10972800" cy="33327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4F0D45-2EF9-5DED-127E-A5BD970EF453}"/>
              </a:ext>
            </a:extLst>
          </p:cNvPr>
          <p:cNvSpPr txBox="1"/>
          <p:nvPr/>
        </p:nvSpPr>
        <p:spPr>
          <a:xfrm>
            <a:off x="1438278" y="1730560"/>
            <a:ext cx="102886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hoạt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động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hằng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ngày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tiêu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lịch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quan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đến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việc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thăng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hoặc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trì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nhóm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chức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danh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53343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C8C9-F390-8068-EE7F-A057CC2C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18740A29-0BB3-73FF-A177-0712C3AD51A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8A506-3018-C30C-47D8-D6BE1C204CDE}"/>
              </a:ext>
            </a:extLst>
          </p:cNvPr>
          <p:cNvSpPr txBox="1"/>
          <p:nvPr/>
        </p:nvSpPr>
        <p:spPr>
          <a:xfrm>
            <a:off x="324463" y="1199171"/>
            <a:ext cx="111531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 startAt="2"/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e-Recruitment</a:t>
            </a:r>
          </a:p>
          <a:p>
            <a:pPr marL="744538" indent="-400050">
              <a:buFont typeface="+mj-lt"/>
              <a:buAutoNum type="romanUcPeriod"/>
            </a:pP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e-Recruitment</a:t>
            </a:r>
          </a:p>
          <a:p>
            <a:pPr marL="1141413" lvl="1" indent="-400050">
              <a:buFont typeface="+mj-lt"/>
              <a:buAutoNum type="arabicPeriod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AA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kênh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AG.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CTV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2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Agency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Đội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ngũ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1413" lvl="1" indent="-400050">
              <a:buFont typeface="+mj-lt"/>
              <a:buAutoNum type="arabicPeriod" startAt="2"/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</a:t>
            </a: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tuyển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7113" lvl="1" indent="-285750">
              <a:buFontTx/>
              <a:buChar char="-"/>
            </a:pP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2161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1252-971E-5DC0-FD82-D4C390B9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73E6C-5CF3-B558-0CED-3A33D757F89F}"/>
              </a:ext>
            </a:extLst>
          </p:cNvPr>
          <p:cNvSpPr txBox="1"/>
          <p:nvPr/>
        </p:nvSpPr>
        <p:spPr>
          <a:xfrm>
            <a:off x="135928" y="1472790"/>
            <a:ext cx="11641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FB42935-125C-9D47-1346-94404394F108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5D741D-4D30-3838-3503-C711D7AA0382}"/>
              </a:ext>
            </a:extLst>
          </p:cNvPr>
          <p:cNvSpPr txBox="1"/>
          <p:nvPr/>
        </p:nvSpPr>
        <p:spPr>
          <a:xfrm>
            <a:off x="645764" y="2096670"/>
            <a:ext cx="10290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500" dirty="0" err="1">
                <a:latin typeface="Arial" panose="020B0604020202020204" pitchFamily="34" charset="0"/>
              </a:rPr>
              <a:t>Truy</a:t>
            </a:r>
            <a:r>
              <a:rPr lang="en-US" sz="1500" dirty="0">
                <a:latin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</a:rPr>
              <a:t>cập</a:t>
            </a:r>
            <a:r>
              <a:rPr lang="en-US" sz="1500" dirty="0">
                <a:latin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</a:rPr>
              <a:t>theo</a:t>
            </a:r>
            <a:r>
              <a:rPr lang="en-US" sz="1500" dirty="0">
                <a:latin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</a:rPr>
              <a:t>đường</a:t>
            </a:r>
            <a:r>
              <a:rPr lang="en-US" sz="1500" dirty="0">
                <a:latin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</a:rPr>
              <a:t>dẫn</a:t>
            </a:r>
            <a:r>
              <a:rPr lang="en-US" sz="1500" dirty="0">
                <a:latin typeface="Arial" panose="020B0604020202020204" pitchFamily="34" charset="0"/>
              </a:rPr>
              <a:t>: </a:t>
            </a:r>
            <a:r>
              <a:rPr lang="en-US" sz="1500" dirty="0" err="1">
                <a:latin typeface="Arial" panose="020B0604020202020204" pitchFamily="34" charset="0"/>
              </a:rPr>
              <a:t>Quản</a:t>
            </a:r>
            <a:r>
              <a:rPr lang="en-US" sz="1500" dirty="0">
                <a:latin typeface="Arial" panose="020B0604020202020204" pitchFamily="34" charset="0"/>
              </a:rPr>
              <a:t> lý </a:t>
            </a:r>
            <a:r>
              <a:rPr lang="en-US" sz="1500" dirty="0" err="1">
                <a:latin typeface="Arial" panose="020B0604020202020204" pitchFamily="34" charset="0"/>
              </a:rPr>
              <a:t>tuyển</a:t>
            </a:r>
            <a:r>
              <a:rPr lang="en-US" sz="1500" dirty="0">
                <a:latin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</a:rPr>
              <a:t>dụng</a:t>
            </a:r>
            <a:r>
              <a:rPr lang="en-US" sz="1500" dirty="0">
                <a:latin typeface="Arial" panose="020B0604020202020204" pitchFamily="34" charset="0"/>
              </a:rPr>
              <a:t>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Chọn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Tab E-CV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màn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chủ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37B28-638B-9F17-4944-F78C711E55AA}"/>
              </a:ext>
            </a:extLst>
          </p:cNvPr>
          <p:cNvSpPr txBox="1"/>
          <p:nvPr/>
        </p:nvSpPr>
        <p:spPr>
          <a:xfrm>
            <a:off x="324464" y="1199171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romanUcPeriod" startAt="2"/>
            </a:pP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e-Recruitment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3C0C6-F287-B94C-243C-C78673705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37" y="2688898"/>
            <a:ext cx="3524377" cy="37349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1ADF4C-F1D2-68D3-EF88-13B4C7518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790" y="2678066"/>
            <a:ext cx="6215806" cy="37566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730547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2614-5DCA-86D1-1976-5D3C1CB7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B0E2ADB7-3F19-9AD1-860F-6C5336FA663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313B3-220D-B6B2-D898-12BB4D1A4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472" y="1547958"/>
            <a:ext cx="3369052" cy="49231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DAF8B5-1B9B-B2EA-CC80-D3AF69FA8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811" y="1570073"/>
            <a:ext cx="2743200" cy="4876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C91618-7A84-F90C-0961-5F25854DA0C3}"/>
              </a:ext>
            </a:extLst>
          </p:cNvPr>
          <p:cNvCxnSpPr/>
          <p:nvPr/>
        </p:nvCxnSpPr>
        <p:spPr>
          <a:xfrm flipV="1">
            <a:off x="7824247" y="2469823"/>
            <a:ext cx="1696825" cy="2922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7C7D6C8-911B-FFAC-204B-D88055DB6F7E}"/>
              </a:ext>
            </a:extLst>
          </p:cNvPr>
          <p:cNvSpPr txBox="1"/>
          <p:nvPr/>
        </p:nvSpPr>
        <p:spPr>
          <a:xfrm>
            <a:off x="1065229" y="1749387"/>
            <a:ext cx="48830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  <a:tabLst>
                <a:tab pos="282575" algn="l"/>
              </a:tabLst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 marL="855662" lvl="1" indent="-285750">
              <a:buFontTx/>
              <a:buChar char="-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bao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gồm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 marL="1036638" lvl="1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Họ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tên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1036638" lvl="1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Ngày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sih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1036638" lvl="1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Số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CMND/ CCCD</a:t>
            </a:r>
          </a:p>
          <a:p>
            <a:pPr marL="1036638" lvl="1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Ngày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1036638" lvl="1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CMND</a:t>
            </a:r>
          </a:p>
          <a:p>
            <a:pPr marL="1036638" lvl="1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tính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 marL="852488" lvl="2" indent="-285750">
              <a:buFontTx/>
              <a:buChar char="-"/>
            </a:pP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liệu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bằng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2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 marL="1031875" lvl="2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1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thủ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trường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1031875" lvl="2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2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OCR data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CCCD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DB978-BD2D-69F7-2D14-84C903828BDC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144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24D5-4B36-6DFC-A74D-CB53CF60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962E4231-1C42-B367-5488-0AE78D6C1742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B7CCA-009E-0EA2-E8FF-5F4B0EDF4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76668"/>
            <a:ext cx="10972800" cy="40129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94BCD9-4B78-B931-2A27-2CFEAA3A3AD1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5270E-A0A0-795E-C8A7-DFB669541252}"/>
              </a:ext>
            </a:extLst>
          </p:cNvPr>
          <p:cNvSpPr txBox="1"/>
          <p:nvPr/>
        </p:nvSpPr>
        <p:spPr>
          <a:xfrm>
            <a:off x="1052193" y="1749387"/>
            <a:ext cx="61317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41651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C8D2-E93A-B707-2AC6-C5A45BF4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7B76ABC9-F122-7DD6-2931-14002A7E5B63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E5222-7665-39EA-2C9A-D81168CE4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20" y="2325647"/>
            <a:ext cx="4782424" cy="342929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1795DB-55CD-258C-67AD-5A06BE91E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542" y="2002482"/>
            <a:ext cx="3296693" cy="254883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B89E96-A39C-FFAD-62B6-11725694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991" y="3674022"/>
            <a:ext cx="3208368" cy="268162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B238E7-104F-046A-9DED-CE04AC1A52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694" y="1998624"/>
            <a:ext cx="2972694" cy="251459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6CF7F6-AA95-F7B3-261A-6534A27E378A}"/>
              </a:ext>
            </a:extLst>
          </p:cNvPr>
          <p:cNvCxnSpPr>
            <a:cxnSpLocks/>
          </p:cNvCxnSpPr>
          <p:nvPr/>
        </p:nvCxnSpPr>
        <p:spPr>
          <a:xfrm flipV="1">
            <a:off x="4955296" y="2516497"/>
            <a:ext cx="548759" cy="151137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BC6847-7B04-CA94-A288-228D8DE422CC}"/>
              </a:ext>
            </a:extLst>
          </p:cNvPr>
          <p:cNvCxnSpPr>
            <a:cxnSpLocks/>
          </p:cNvCxnSpPr>
          <p:nvPr/>
        </p:nvCxnSpPr>
        <p:spPr>
          <a:xfrm>
            <a:off x="6185962" y="2933247"/>
            <a:ext cx="933029" cy="16287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57D4D1-6088-15DF-DF7E-DD5A1ACA62ED}"/>
              </a:ext>
            </a:extLst>
          </p:cNvPr>
          <p:cNvCxnSpPr>
            <a:cxnSpLocks/>
          </p:cNvCxnSpPr>
          <p:nvPr/>
        </p:nvCxnSpPr>
        <p:spPr>
          <a:xfrm flipV="1">
            <a:off x="8512705" y="3027028"/>
            <a:ext cx="995029" cy="16287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FAE92D-D4B3-E25C-F25A-0DF63C263FB3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D730A-D9CD-D83B-FF13-040B279BE277}"/>
              </a:ext>
            </a:extLst>
          </p:cNvPr>
          <p:cNvSpPr txBox="1"/>
          <p:nvPr/>
        </p:nvSpPr>
        <p:spPr>
          <a:xfrm>
            <a:off x="1052193" y="1749387"/>
            <a:ext cx="61317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Liên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Hệ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318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BA09-2AEF-6274-4354-F2808D7B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4E8C87BE-6A78-4976-5044-2BE59DE4880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86CC371-07EB-5043-8109-D16FF92CB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2" y="2395718"/>
            <a:ext cx="3406435" cy="27281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D39167A-1E69-6074-6598-09BDC1DB0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051" y="2395718"/>
            <a:ext cx="3398815" cy="36121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C5970F8-37A5-62AE-82FC-FF5CB82CA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038" y="2395718"/>
            <a:ext cx="3360711" cy="27815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86F93B-2DBF-7410-7F5A-E9FE8E695B16}"/>
              </a:ext>
            </a:extLst>
          </p:cNvPr>
          <p:cNvCxnSpPr>
            <a:cxnSpLocks/>
          </p:cNvCxnSpPr>
          <p:nvPr/>
        </p:nvCxnSpPr>
        <p:spPr>
          <a:xfrm>
            <a:off x="4007275" y="3149063"/>
            <a:ext cx="1498862" cy="223415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A5673CD-91AF-5EC1-0ADC-1A308DAAE85F}"/>
              </a:ext>
            </a:extLst>
          </p:cNvPr>
          <p:cNvCxnSpPr/>
          <p:nvPr/>
        </p:nvCxnSpPr>
        <p:spPr>
          <a:xfrm flipV="1">
            <a:off x="6929585" y="4563084"/>
            <a:ext cx="716437" cy="79185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D26997-F382-6252-42D3-03519D9DED9A}"/>
              </a:ext>
            </a:extLst>
          </p:cNvPr>
          <p:cNvCxnSpPr/>
          <p:nvPr/>
        </p:nvCxnSpPr>
        <p:spPr>
          <a:xfrm flipV="1">
            <a:off x="7920866" y="2771991"/>
            <a:ext cx="564141" cy="155542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734DDA0-A9AD-1D39-DFE7-0485EFE14237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A5D5B-AB84-8E44-9B5C-662A63D1D6AE}"/>
              </a:ext>
            </a:extLst>
          </p:cNvPr>
          <p:cNvSpPr txBox="1"/>
          <p:nvPr/>
        </p:nvSpPr>
        <p:spPr>
          <a:xfrm>
            <a:off x="1052193" y="1749387"/>
            <a:ext cx="61317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Tuyển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8379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49075-2F73-6B34-0499-7089C804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29EBB8F4-7A52-7A01-A559-A2E5E329876D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0C47B93-D9F6-C149-95EC-3A8ACEF08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4" y="2314945"/>
            <a:ext cx="3467400" cy="36731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625F795-9052-C3BE-3F98-5457D5D2B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032" y="2314945"/>
            <a:ext cx="3505504" cy="36121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6FBA007-12F6-CA4B-8892-8024E4497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715" y="2319452"/>
            <a:ext cx="3878916" cy="27891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FBC3B3-28F2-7EC5-39FB-47DA0541D17E}"/>
              </a:ext>
            </a:extLst>
          </p:cNvPr>
          <p:cNvCxnSpPr/>
          <p:nvPr/>
        </p:nvCxnSpPr>
        <p:spPr>
          <a:xfrm flipV="1">
            <a:off x="1451728" y="2997725"/>
            <a:ext cx="3610466" cy="98038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5AFFDE9-3705-CB1F-D246-EB71C2D4C183}"/>
              </a:ext>
            </a:extLst>
          </p:cNvPr>
          <p:cNvCxnSpPr/>
          <p:nvPr/>
        </p:nvCxnSpPr>
        <p:spPr>
          <a:xfrm>
            <a:off x="5627802" y="3188067"/>
            <a:ext cx="955631" cy="17892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8A75732-803F-9B71-87B4-84E0B39BE713}"/>
              </a:ext>
            </a:extLst>
          </p:cNvPr>
          <p:cNvCxnSpPr/>
          <p:nvPr/>
        </p:nvCxnSpPr>
        <p:spPr>
          <a:xfrm flipV="1">
            <a:off x="7129808" y="3978112"/>
            <a:ext cx="1439157" cy="113121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8DBBBF-871D-50FB-BA57-BAB5AE0F668E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66E7C-8837-DE75-CE40-D778C91A4B1F}"/>
              </a:ext>
            </a:extLst>
          </p:cNvPr>
          <p:cNvSpPr txBox="1"/>
          <p:nvPr/>
        </p:nvSpPr>
        <p:spPr>
          <a:xfrm>
            <a:off x="1052193" y="1749387"/>
            <a:ext cx="61317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Chứng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021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A134-EBB2-0FFC-4A16-2F5C6B44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F649A9E7-475E-5B90-1BF1-FEFF0CF83D8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8C12-8A8C-D744-09D2-471A12FEC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8" y="2072551"/>
            <a:ext cx="3383573" cy="26215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7CC372-5866-CE34-D179-88FA5970E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482" y="2072551"/>
            <a:ext cx="3299746" cy="43254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707F3A-841B-2BBF-2C55-6183930B7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162" y="2072768"/>
            <a:ext cx="3391194" cy="33911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7AE950-A53F-BBB8-F0B8-978F194892EE}"/>
              </a:ext>
            </a:extLst>
          </p:cNvPr>
          <p:cNvCxnSpPr/>
          <p:nvPr/>
        </p:nvCxnSpPr>
        <p:spPr>
          <a:xfrm>
            <a:off x="2884602" y="4628561"/>
            <a:ext cx="3016577" cy="133860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DDD6FC-A483-6BAB-064A-8B9645A8C473}"/>
              </a:ext>
            </a:extLst>
          </p:cNvPr>
          <p:cNvCxnSpPr/>
          <p:nvPr/>
        </p:nvCxnSpPr>
        <p:spPr>
          <a:xfrm flipV="1">
            <a:off x="6730738" y="5090474"/>
            <a:ext cx="1885361" cy="914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788F2EC-F57C-61D4-5269-E8B42B9E6F25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mới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FAB72-0FF6-6691-9A7A-52D653A983A6}"/>
              </a:ext>
            </a:extLst>
          </p:cNvPr>
          <p:cNvSpPr txBox="1"/>
          <p:nvPr/>
        </p:nvSpPr>
        <p:spPr>
          <a:xfrm>
            <a:off x="1052193" y="1749387"/>
            <a:ext cx="61317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4953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FB28-5579-F491-59F3-5B1248E2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5CD55F14-B29B-4F68-D6E6-3E6FF35436E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7FE4C-BA44-990E-28BB-2F196D5B4BE7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Xét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duyệt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DD97F-05FF-C10B-A8A6-959D921A6EE5}"/>
              </a:ext>
            </a:extLst>
          </p:cNvPr>
          <p:cNvSpPr txBox="1"/>
          <p:nvPr/>
        </p:nvSpPr>
        <p:spPr>
          <a:xfrm>
            <a:off x="1052193" y="173033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BDOH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qua 1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4ED5C-2427-FC81-9429-443735591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3" y="2376668"/>
            <a:ext cx="3917909" cy="21973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A65AC1-36CA-3726-FB0A-0C8BA7CD3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03" y="2376668"/>
            <a:ext cx="3937526" cy="37815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A5D7C3-DCC6-8B10-1449-CAF3A5AEA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905" y="2376668"/>
            <a:ext cx="3431156" cy="40238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441591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8527-CE25-9718-4CFA-6D597C82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1634EBFA-006B-1679-AD4E-21FEF20E130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8E817-D36E-928B-8532-390787B2B931}"/>
              </a:ext>
            </a:extLst>
          </p:cNvPr>
          <p:cNvSpPr txBox="1"/>
          <p:nvPr/>
        </p:nvSpPr>
        <p:spPr>
          <a:xfrm>
            <a:off x="1052193" y="1730337"/>
            <a:ext cx="105427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BDOH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qua 1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912812" lvl="1" indent="-342900">
              <a:buFont typeface="Wingdings" panose="05000000000000000000" pitchFamily="2" charset="2"/>
              <a:buChar char="Ø"/>
            </a:pP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9CD9E-EB36-DCB0-262E-D8DD5F60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173" y="2238540"/>
            <a:ext cx="3017350" cy="4134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46ED0-35A1-E18A-9E3C-028CA40ED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96" y="2238538"/>
            <a:ext cx="2747872" cy="42111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170B8-D29D-1319-7D2A-BE6FBF6C2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559" y="2238539"/>
            <a:ext cx="2789512" cy="41348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0C6449-B88F-4C7C-26BA-5E2933F38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475" y="2238540"/>
            <a:ext cx="2686874" cy="4134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957AEF-F182-A965-C19B-DDE0E36B2F8E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Xét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duyệt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560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B323-C4F4-468B-EBDC-DC6F3B77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88DE99F1-7CF8-708A-CAD5-F9201AAAFD7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E8615-A0FA-4602-BA9F-0F0B35FF530A}"/>
              </a:ext>
            </a:extLst>
          </p:cNvPr>
          <p:cNvSpPr txBox="1"/>
          <p:nvPr/>
        </p:nvSpPr>
        <p:spPr>
          <a:xfrm>
            <a:off x="1052193" y="174938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BDOH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qua 1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82ECD-7C5D-631F-87DE-8728E970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059" y="2297234"/>
            <a:ext cx="2621812" cy="37669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F390F8-B39B-7B02-08C2-2E20AF310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885" y="2291081"/>
            <a:ext cx="2603472" cy="37669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8D8DD9-A9B8-0F4F-6032-C27B985E6532}"/>
              </a:ext>
            </a:extLst>
          </p:cNvPr>
          <p:cNvSpPr txBox="1"/>
          <p:nvPr/>
        </p:nvSpPr>
        <p:spPr>
          <a:xfrm>
            <a:off x="1392059" y="6058052"/>
            <a:ext cx="2322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2" algn="ctr"/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thành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công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2CAF1-84AE-6B5B-00CE-498DBBF4B85D}"/>
              </a:ext>
            </a:extLst>
          </p:cNvPr>
          <p:cNvSpPr txBox="1"/>
          <p:nvPr/>
        </p:nvSpPr>
        <p:spPr>
          <a:xfrm>
            <a:off x="5457825" y="6065422"/>
            <a:ext cx="65371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2"/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khác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đó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1A1ADE-C99C-05E6-6859-82D9B2811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452" y="2291329"/>
            <a:ext cx="2643869" cy="37740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E66337-CB41-FA08-197C-B1675C7D80FB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Xét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duyệt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755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CB790-A41A-3CF3-09BB-1E57885F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F83A40A5-594E-2361-45A3-E58517A029F7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99247-96C7-A290-C035-C5BA49955624}"/>
              </a:ext>
            </a:extLst>
          </p:cNvPr>
          <p:cNvSpPr txBox="1"/>
          <p:nvPr/>
        </p:nvSpPr>
        <p:spPr>
          <a:xfrm>
            <a:off x="1052193" y="1749387"/>
            <a:ext cx="105427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chối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Hủy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bỏ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lệ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hoặc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văn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phòng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đó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7710D-8FCB-E6C1-9441-545119D0DF19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Xét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duyệt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B8C1B-593F-B7B4-4034-B0221B9E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672" y="2146745"/>
            <a:ext cx="2830452" cy="42731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18CB0F-3856-135A-33CF-689589246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93" y="2146746"/>
            <a:ext cx="2830452" cy="42731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078978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90231-DB6A-C5F0-C974-A079CC9A3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A3DD96AA-2368-02E8-5433-3B9D4320A093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5AC77-17CC-BD5C-E041-9896461DC6A2}"/>
              </a:ext>
            </a:extLst>
          </p:cNvPr>
          <p:cNvSpPr txBox="1"/>
          <p:nvPr/>
        </p:nvSpPr>
        <p:spPr>
          <a:xfrm>
            <a:off x="1052193" y="1749387"/>
            <a:ext cx="105427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phân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BD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vị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lí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trở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phê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nhiều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marL="855662" lvl="1" indent="-285750">
              <a:buFontTx/>
              <a:buChar char="-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BDOH: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Thao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tương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tự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855662" lvl="1" indent="-285750">
              <a:buFontTx/>
              <a:buChar char="-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BDRH/ BDAH/ BDTH: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Thao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tương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tự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đối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view BDOH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nhưng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bước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chọn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thi</a:t>
            </a:r>
            <a:endParaRPr lang="en-US" sz="15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667C5-7B8C-2169-FEFE-55910D694C40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3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Xét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duyệt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phân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cấp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272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5465-A57A-4FBD-7896-1A3953B1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84C0164D-9715-5735-12DF-299E3F59315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5590B-4EFA-BD3D-0817-9F78A3B412B7}"/>
              </a:ext>
            </a:extLst>
          </p:cNvPr>
          <p:cNvSpPr txBox="1"/>
          <p:nvPr/>
        </p:nvSpPr>
        <p:spPr>
          <a:xfrm>
            <a:off x="1052193" y="174938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Thông tin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phân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quyền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login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xem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cung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cấp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.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như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dõi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bổ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sung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kịp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thời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chính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xác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FCF7EF-7B9F-54CE-6FC7-7A0FCA023DEE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4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308218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2F72F-B16D-96BF-35E7-596A534E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18071807-0D81-F1F3-3446-775959ADABB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B5690-C860-CA36-86B6-62F2442773A1}"/>
              </a:ext>
            </a:extLst>
          </p:cNvPr>
          <p:cNvSpPr txBox="1"/>
          <p:nvPr/>
        </p:nvSpPr>
        <p:spPr>
          <a:xfrm>
            <a:off x="1052193" y="174938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chờ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.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Giúp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TV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dõi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trạng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một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chóng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75AB47-DE06-8D11-31EF-0067625087A0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5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4FFBE-521E-0286-0364-2D50AA19D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9" y="2634386"/>
            <a:ext cx="10972800" cy="30288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6421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13BB-76A9-6891-67A8-CC7F3830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EB7795C8-B44F-3848-926A-30EAC3C0C3B9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CF100-A50B-D177-3CA1-C2DBFF501A71}"/>
              </a:ext>
            </a:extLst>
          </p:cNvPr>
          <p:cNvSpPr txBox="1"/>
          <p:nvPr/>
        </p:nvSpPr>
        <p:spPr>
          <a:xfrm>
            <a:off x="1052193" y="1749387"/>
            <a:ext cx="105427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Đang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liệu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liệu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bổ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sung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trước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nộp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118565-5246-3CD7-C774-6319D6A179B7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5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443EC-94BF-FA51-3919-DA9CEB76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27763"/>
            <a:ext cx="10972800" cy="30905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458859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C710-82DB-EA82-C73A-A6C23355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C5D81AD0-5496-4D89-EBEC-FC8F6AC7FEB2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01D2F-7165-2BE9-112E-22C910FDC484}"/>
              </a:ext>
            </a:extLst>
          </p:cNvPr>
          <p:cNvSpPr txBox="1"/>
          <p:nvPr/>
        </p:nvSpPr>
        <p:spPr>
          <a:xfrm>
            <a:off x="1052193" y="174938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Bổ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sung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xét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duyệt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cần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điều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chỉnh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bổ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sung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(AA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reject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imagechecking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iBPS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68835-8B6B-CF56-7891-556D2F738640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6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Bổ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sung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hồ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7C1DF6-0D7C-2580-4E1F-88FDA891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160" y="2303385"/>
            <a:ext cx="2749421" cy="41399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3E8DDA-EAA5-7293-E34F-B2291B933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651" y="2303385"/>
            <a:ext cx="2749421" cy="40952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395075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3DAA-6866-E3D5-E5D7-DB96AF66D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DEEF5811-ACE1-C0A1-7120-0F9DC0BAA1B7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93C61-705E-8393-78EB-A0F95B341894}"/>
              </a:ext>
            </a:extLst>
          </p:cNvPr>
          <p:cNvSpPr txBox="1"/>
          <p:nvPr/>
        </p:nvSpPr>
        <p:spPr>
          <a:xfrm>
            <a:off x="1052193" y="174938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vãng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lai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đăng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ký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tiếp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màn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hình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trang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chủ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lý,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Tổng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đại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có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theo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dõi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hệ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cập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nhật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đầy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đủ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hồ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sơ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2245D8-BE52-4160-DB5C-12211B25A85A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7"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vãng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lai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3B5B0-BA0A-6015-2128-D66D3978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36685"/>
            <a:ext cx="10972800" cy="342386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86494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CBC4-A273-E7EE-194F-364AD633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16A9AD22-5DA3-C92F-7A44-C54DC493A1A1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4CCE8-04C6-7275-505F-27940F4909D9}"/>
              </a:ext>
            </a:extLst>
          </p:cNvPr>
          <p:cNvSpPr txBox="1"/>
          <p:nvPr/>
        </p:nvSpPr>
        <p:spPr>
          <a:xfrm>
            <a:off x="1052193" y="1749387"/>
            <a:ext cx="105427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vãng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lai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khóa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học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23E042-3347-E237-F4DB-4610BA41956A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8"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khóa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học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40EE8-EA79-95B6-E060-2D6748D76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13807"/>
            <a:ext cx="10972800" cy="37609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425693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E85E-2DAB-61F4-8557-9152080E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5EFEE52D-0404-1622-BECD-90787A441D4A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00A9C-D5F5-3656-59CC-AA3861501E75}"/>
              </a:ext>
            </a:extLst>
          </p:cNvPr>
          <p:cNvSpPr txBox="1"/>
          <p:nvPr/>
        </p:nvSpPr>
        <p:spPr>
          <a:xfrm>
            <a:off x="1052193" y="1749387"/>
            <a:ext cx="105427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vãng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lai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các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khóa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học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E1518-8820-A84B-AB1E-790A02196648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9"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 tin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khóa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học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7D3D1-C7A3-3815-612F-F0783332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5491"/>
            <a:ext cx="10972800" cy="38019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525826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64CC-C585-F530-0363-7687CFE6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0C611736-2583-D04D-3ECA-CBBC65F35B66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67C1D-CDED-E28E-875B-BD73C2FAF807}"/>
              </a:ext>
            </a:extLst>
          </p:cNvPr>
          <p:cNvSpPr txBox="1"/>
          <p:nvPr/>
        </p:nvSpPr>
        <p:spPr>
          <a:xfrm>
            <a:off x="1052193" y="1749387"/>
            <a:ext cx="105427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Điểm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danh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generate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mã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QR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để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điểm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danh</a:t>
            </a:r>
            <a:endParaRPr lang="en-US" sz="1500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BA92E1-5C9E-D808-F032-3F79960EF276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cụ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Điểm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72411-6EC8-65E2-020A-183A8C52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345" y="2357618"/>
            <a:ext cx="8285310" cy="40025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07358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9C8C-D0E3-F719-99E5-6C76F515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8C269908-9E1C-608F-C5DC-AC859CF2F24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e-Recruitment Process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C5C7C-D6B0-CE8A-54DC-44970BCB485A}"/>
              </a:ext>
            </a:extLst>
          </p:cNvPr>
          <p:cNvSpPr txBox="1"/>
          <p:nvPr/>
        </p:nvSpPr>
        <p:spPr>
          <a:xfrm>
            <a:off x="1052193" y="1749387"/>
            <a:ext cx="10542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612" indent="-342900">
              <a:buFont typeface="Wingdings" panose="05000000000000000000" pitchFamily="2" charset="2"/>
              <a:buChar char="Ø"/>
            </a:pP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lớp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sym typeface="Wingdings" panose="05000000000000000000" pitchFamily="2" charset="2"/>
              </a:rPr>
              <a:t>học</a:t>
            </a:r>
            <a:r>
              <a:rPr lang="en-US" sz="1500" b="1" dirty="0"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Hỗ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giảng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/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trợ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giảng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trong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việc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quản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lý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thông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lớp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học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thực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hiện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điểm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danh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ứng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. Danh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sách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lớp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học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tạo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từ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hệ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latin typeface="Arial" panose="020B0604020202020204" pitchFamily="34" charset="0"/>
                <a:sym typeface="Wingdings" panose="05000000000000000000" pitchFamily="2" charset="2"/>
              </a:rPr>
              <a:t>thống</a:t>
            </a:r>
            <a:r>
              <a:rPr lang="en-US" sz="1500" dirty="0">
                <a:latin typeface="Arial" panose="020B0604020202020204" pitchFamily="34" charset="0"/>
                <a:sym typeface="Wingdings" panose="05000000000000000000" pitchFamily="2" charset="2"/>
              </a:rPr>
              <a:t> TMS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DCEC6F-2407-434B-E900-66EBD274D552}"/>
              </a:ext>
            </a:extLst>
          </p:cNvPr>
          <p:cNvSpPr txBox="1"/>
          <p:nvPr/>
        </p:nvSpPr>
        <p:spPr>
          <a:xfrm>
            <a:off x="264996" y="1103056"/>
            <a:ext cx="10632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4675" lvl="2" indent="-342900">
              <a:buFont typeface="+mj-lt"/>
              <a:buAutoNum type="arabicPeriod" startAt="2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cụ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3" indent="-342900">
              <a:buFont typeface="+mj-lt"/>
              <a:buAutoNum type="alphaLcPeriod" startAt="2"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lớp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học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34AB4-DFB7-4172-833B-6798CA622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95718"/>
            <a:ext cx="10515600" cy="40711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877255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09F9-26A7-D391-5FE8-8ADDAD3B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BFB4D775-8794-D121-DEDB-F8785F085552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12F668-F04D-5972-9250-6FADBBF1E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38792"/>
            <a:ext cx="10972800" cy="31022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7EEF0E-44EA-87C5-F66A-04881D25C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608" y="2104939"/>
            <a:ext cx="266723" cy="220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319DDC-EB9A-B0E1-CA90-92161241A7B4}"/>
              </a:ext>
            </a:extLst>
          </p:cNvPr>
          <p:cNvSpPr txBox="1"/>
          <p:nvPr/>
        </p:nvSpPr>
        <p:spPr>
          <a:xfrm>
            <a:off x="126501" y="1679607"/>
            <a:ext cx="11089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Wingdings" panose="05000000000000000000" pitchFamily="2" charset="2"/>
              <a:buChar char="Ø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Truy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năng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lý/ Thông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</a:t>
            </a:r>
          </a:p>
          <a:p>
            <a:pPr marL="1657350" lvl="3" indent="-285750">
              <a:buFont typeface="Wingdings" panose="05000000000000000000" pitchFamily="2" charset="2"/>
              <a:buChar char="Ø"/>
              <a:defRPr/>
            </a:pP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button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1130A-3C3F-E643-E299-33DC2C021ABD}"/>
              </a:ext>
            </a:extLst>
          </p:cNvPr>
          <p:cNvSpPr txBox="1"/>
          <p:nvPr/>
        </p:nvSpPr>
        <p:spPr>
          <a:xfrm>
            <a:off x="324464" y="111432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3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  <a:p>
            <a:pPr marL="1201738" lvl="1" indent="-400050">
              <a:buFont typeface="+mj-lt"/>
              <a:buAutoNum type="romanUcPeriod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41929471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35D2-98AF-576D-2053-9BC726F2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6E87190C-9AD7-3EC8-247E-F47F6299C0C9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991117-5E9A-4533-4FAA-3C6445DA2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89" y="2529993"/>
            <a:ext cx="3283446" cy="2567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B68B97-F5AE-54CD-DE9E-1E83F60D5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14" y="2529992"/>
            <a:ext cx="7895930" cy="32136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32308B-8014-84B8-AF90-D6ECA84CC3D9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3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  <a:p>
            <a:pPr marL="1201738" lvl="1" indent="-400050">
              <a:buFont typeface="+mj-lt"/>
              <a:buAutoNum type="romanUcPeriod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D2E626-0EFE-D5D4-5C06-1C4EE11E26A5}"/>
              </a:ext>
            </a:extLst>
          </p:cNvPr>
          <p:cNvSpPr txBox="1"/>
          <p:nvPr/>
        </p:nvSpPr>
        <p:spPr>
          <a:xfrm>
            <a:off x="126501" y="1679607"/>
            <a:ext cx="11515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Wingdings" panose="05000000000000000000" pitchFamily="2" charset="2"/>
              <a:buChar char="Ø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bắt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buộc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CCCD/ CMND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3487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A9F4-9FE7-C9CC-BF62-E8FE1C13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F007C444-7755-A7EC-B96D-872C28807D92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7B341F-6634-2D75-D7CB-66E8108BB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544" y="2401696"/>
            <a:ext cx="3353307" cy="37724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E65833-D1D9-F6BA-16F0-47B58DDF2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302" y="3003036"/>
            <a:ext cx="3871295" cy="2019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D870E3-21F7-9A4B-7E90-9422AF86ED86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3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</a:t>
            </a:r>
          </a:p>
          <a:p>
            <a:pPr marL="1201738" lvl="1" indent="-400050">
              <a:buFont typeface="+mj-lt"/>
              <a:buAutoNum type="romanUcPeriod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Yêu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cầu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89547B-5DA6-A39B-BAE8-31725ED0EAFE}"/>
              </a:ext>
            </a:extLst>
          </p:cNvPr>
          <p:cNvSpPr txBox="1"/>
          <p:nvPr/>
        </p:nvSpPr>
        <p:spPr>
          <a:xfrm>
            <a:off x="126501" y="1679607"/>
            <a:ext cx="11515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Wingdings" panose="05000000000000000000" pitchFamily="2" charset="2"/>
              <a:buChar char="Ø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bắt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buộc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CCCD/ CMND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4263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ABFB3-87AE-A50C-A8C1-E366008E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A2712300-068F-8596-06D2-FC3D3AAF9E9B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F9F384-5832-ADE7-A1CA-345AD60C7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2421188"/>
            <a:ext cx="10241280" cy="40577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599647-28B2-9D0D-0990-80C8853FFAD2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BC43A-A78E-B79A-69FB-E6F74120A770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ẩn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7923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2947-2718-D188-8516-1A7A69E6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7F4F3CA0-7857-0395-9A9F-5A0D196637BB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2DD71A-3C6A-C501-84AC-C2DE20443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94258"/>
            <a:ext cx="10972800" cy="31494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E54B37-3154-CDBF-060F-F17527457653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5804BF-5AAF-CA93-2FCD-65E434028B98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ẩn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0153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2CFB-2A08-0E59-BB58-E8A47063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35F35899-A80B-7C2E-BE38-00A70F23ECF0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16FEC-6BB0-7451-B456-B86BCD62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23807"/>
            <a:ext cx="10972800" cy="31494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5E6FC-DD8C-BC75-C92F-A05E0ED749D0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B9B0B-8026-4DAA-434F-DD45358F956B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ẩn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798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BBBE-BB72-EB6B-1AE6-4E8AD215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BABE5E07-6832-6125-6C74-0A7D47F65DB9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B6199-0C4E-2F6A-6BFB-B6D742D57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11663"/>
            <a:ext cx="10972800" cy="39610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05187-04B7-0C0F-BC06-8FCF5D2392F3}"/>
              </a:ext>
            </a:extLst>
          </p:cNvPr>
          <p:cNvSpPr txBox="1"/>
          <p:nvPr/>
        </p:nvSpPr>
        <p:spPr>
          <a:xfrm>
            <a:off x="1527143" y="1679607"/>
            <a:ext cx="1011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Đường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dẫn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cụ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Đặt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mua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phẩm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15E26-A6D8-4ADC-B467-051001033E2A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031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2D49-2E9C-4347-162A-14EA2E82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77B11111-369D-3130-C1D1-6576430EEBFE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63AC89-986A-320E-08AB-97054A06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14218"/>
            <a:ext cx="10972800" cy="20771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05ED69-A5A3-7D50-2FD5-4D0E1CA0598C}"/>
              </a:ext>
            </a:extLst>
          </p:cNvPr>
          <p:cNvSpPr txBox="1"/>
          <p:nvPr/>
        </p:nvSpPr>
        <p:spPr>
          <a:xfrm>
            <a:off x="1527143" y="1679607"/>
            <a:ext cx="1011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Sau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truy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cập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Tao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0E259-91CB-FC99-C7F4-ECBF68CB2DF1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7415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8D09-C9EA-43EF-3B50-B98F3B9B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C8903980-6A7A-DE97-AE21-9164D33F474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6B69B-B5E1-446D-A294-0D4EAED5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24536"/>
            <a:ext cx="10972800" cy="23418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540236-FE62-7D21-23B7-5E8F9753ADFC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Trong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màn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Thông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Thông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43252-D67E-9E7A-B1C7-1B66DBA562FD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079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62EEC-24E9-FD73-3679-3E2BC42B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73323298-1BF3-295A-D1A6-4608BB0D8282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AF5188-CFFB-0456-232B-BF1B9FE49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325938"/>
            <a:ext cx="8229600" cy="37780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AB3801B-653D-971B-65D7-9CD635899BB8}"/>
              </a:ext>
            </a:extLst>
          </p:cNvPr>
          <p:cNvSpPr txBox="1"/>
          <p:nvPr/>
        </p:nvSpPr>
        <p:spPr>
          <a:xfrm>
            <a:off x="1527143" y="1679607"/>
            <a:ext cx="1011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Trong Danh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muốn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72777D-F5AD-5EE4-98A0-AB3AA8AF4000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770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941A3-342E-8B3B-FDDA-51D17BF4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6A0D3940-6D5B-8695-BBE3-53B2871E6075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76E8E-9614-65BB-F8FA-27A2BC3E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230" y="2688662"/>
            <a:ext cx="3465576" cy="23344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41E38-FC75-6A06-E866-505148531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892" y="2650562"/>
            <a:ext cx="3293184" cy="35421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1E07A5-02AC-B487-AAE1-BDAFEBAC389B}"/>
              </a:ext>
            </a:extLst>
          </p:cNvPr>
          <p:cNvSpPr txBox="1"/>
          <p:nvPr/>
        </p:nvSpPr>
        <p:spPr>
          <a:xfrm>
            <a:off x="1527143" y="1679607"/>
            <a:ext cx="10114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4: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phép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tỉnh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phố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địa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Tổng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mục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phép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đúng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phòng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E73C7-1025-8DF0-668E-CB7F89183B72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4044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1E2A-EC78-9C3E-4971-EC884C0A4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DDD98539-7F22-43B5-B912-DADA7BB0489B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2262F3-D819-8E86-5B1D-0DF3F869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585" y="2556273"/>
            <a:ext cx="3601039" cy="37039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6AC07B-0FD1-6AAF-2A5C-B737C720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558" y="2561361"/>
            <a:ext cx="2992405" cy="15638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05EF36-9089-A830-4D22-CC593B46D79E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5: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tiếp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tục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chỉnh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0C6AB-59BE-7EF3-E154-CE1B9931AFE6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86875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9F23-6429-CD55-9742-FBE8D417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FFFB3998-4882-63B2-9266-A7D3B3007E4F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B6E20-805F-D70F-347D-5CDD9233A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325938"/>
            <a:ext cx="9601200" cy="3955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85C330-3233-1DCA-9BC6-4A958E207A5E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5: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tiếp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tục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chỉnh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C38A5-28EC-41C9-ECBF-EAE5E792C90A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56313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859C-16BE-2AC8-0392-F3EE8E8C7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E3053974-D069-8E8F-F98B-F623AC1C69F2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CF232-1858-8452-CC37-776186973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762" y="3156935"/>
            <a:ext cx="3086092" cy="29083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9741E-B7FD-C4A4-2898-05CDB7FF7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304" y="1760659"/>
            <a:ext cx="4205019" cy="43251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4CCF9E-BDE8-DC5E-6C2C-7615297A8B81}"/>
              </a:ext>
            </a:extLst>
          </p:cNvPr>
          <p:cNvSpPr txBox="1"/>
          <p:nvPr/>
        </p:nvSpPr>
        <p:spPr>
          <a:xfrm>
            <a:off x="1527143" y="1679607"/>
            <a:ext cx="57309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5: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quét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QR,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tiền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chú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Upload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ảnh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click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56D69-7A14-AC65-0692-B789744D15EF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7894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2577-32CC-DE06-4C93-1E63D220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0747CF50-B860-3324-861A-C31AE4735827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6CDAF-A839-1B15-283D-C0293E18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02937"/>
            <a:ext cx="10972800" cy="36222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D748CB-2F72-A725-A27D-76DCAAC219D4}"/>
              </a:ext>
            </a:extLst>
          </p:cNvPr>
          <p:cNvSpPr txBox="1"/>
          <p:nvPr/>
        </p:nvSpPr>
        <p:spPr>
          <a:xfrm>
            <a:off x="1527143" y="1679607"/>
            <a:ext cx="10114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5: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Thanh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tiếp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tục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chỉnh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Trạng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Chờ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soát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0D850-9CBD-CDDD-0180-2C2C6116F961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2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602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9012-B993-C968-47A0-8CF5E66F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DA6FE4D8-FF3F-C34C-62C4-4128E408ADCD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330F3-09CD-9C7B-D492-EC940ED2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25938"/>
            <a:ext cx="10972800" cy="39039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73E7AD-0D5B-5BCE-5A4B-040441CEA2C7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Sau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lý/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CMS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72465-DE2B-8EE8-41A3-D21A4F8DE321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3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Xử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555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D402-932B-FD11-6856-F887BB46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DA369578-BD95-A765-52A2-E88D7622CFDC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153600-13FC-0A39-8EB6-31E92982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98179"/>
            <a:ext cx="10972800" cy="3804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141DCB0-D36B-071C-B15B-8ACBE0FB9251}"/>
              </a:ext>
            </a:extLst>
          </p:cNvPr>
          <p:cNvSpPr txBox="1"/>
          <p:nvPr/>
        </p:nvSpPr>
        <p:spPr>
          <a:xfrm>
            <a:off x="1527143" y="1679607"/>
            <a:ext cx="1011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Sau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lý/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CMS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8FCC7-C1AF-F587-2BD2-3A2B0227E28E}"/>
              </a:ext>
            </a:extLst>
          </p:cNvPr>
          <p:cNvSpPr txBox="1"/>
          <p:nvPr/>
        </p:nvSpPr>
        <p:spPr>
          <a:xfrm>
            <a:off x="324463" y="1114328"/>
            <a:ext cx="1141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4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đặt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mua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ấn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phẩm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01738" lvl="1" indent="-400050">
              <a:buFont typeface="+mj-lt"/>
              <a:buAutoNum type="romanUcPeriod" startAt="3"/>
            </a:pP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Xử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đơn</a:t>
            </a: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endParaRPr lang="en-US" b="1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2069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D086-EFF0-C3AC-7E70-13867759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5FD7CDE0-7F93-6167-29E6-A307D95E5F45}"/>
              </a:ext>
            </a:extLst>
          </p:cNvPr>
          <p:cNvSpPr txBox="1">
            <a:spLocks noChangeArrowheads="1"/>
          </p:cNvSpPr>
          <p:nvPr/>
        </p:nvSpPr>
        <p:spPr>
          <a:xfrm>
            <a:off x="1939805" y="204281"/>
            <a:ext cx="8899119" cy="729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Arial" panose="020B0604020202020204" pitchFamily="34" charset="0"/>
              </a:rPr>
              <a:t>D-Success</a:t>
            </a:r>
            <a:endParaRPr lang="en-US" sz="3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BE5A3-77C6-30EC-E28B-C2C90E0B90DF}"/>
              </a:ext>
            </a:extLst>
          </p:cNvPr>
          <p:cNvSpPr txBox="1"/>
          <p:nvPr/>
        </p:nvSpPr>
        <p:spPr>
          <a:xfrm>
            <a:off x="641317" y="1483660"/>
            <a:ext cx="112262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D-Success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chức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nhập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lấy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(ING,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iBPS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CSP, DMS…)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phục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lý/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Tổng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chăm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sóc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triển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dõi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nắm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bắt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giải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pháp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đường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lối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triển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doanh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e-Recruitment</a:t>
            </a: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ngũ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TV, AA,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dõi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tuyển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từng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giải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nhanh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chóng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Nhằm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đẩy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mạnh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lý,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khu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vực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đội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ngũ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giảng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dạy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đào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dễ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dàng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dõi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đào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đảm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bảo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đầu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TVTC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8ABCC7-396D-F945-A408-6B324F9ECC55}"/>
              </a:ext>
            </a:extLst>
          </p:cNvPr>
          <p:cNvSpPr txBox="1"/>
          <p:nvPr/>
        </p:nvSpPr>
        <p:spPr>
          <a:xfrm>
            <a:off x="324463" y="1114328"/>
            <a:ext cx="11411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4538" indent="-400050">
              <a:buFont typeface="+mj-lt"/>
              <a:buAutoNum type="alphaUcPeriod" startAt="5"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9078198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1C4E306-BC28-4A7B-871B-1926F6FA6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3ECC9B4-989C-4F71-A6BC-DEBC1D9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52322" cy="6858000"/>
          </a:xfrm>
          <a:custGeom>
            <a:avLst/>
            <a:gdLst>
              <a:gd name="connsiteX0" fmla="*/ 0 w 8452322"/>
              <a:gd name="connsiteY0" fmla="*/ 0 h 6858000"/>
              <a:gd name="connsiteX1" fmla="*/ 7447992 w 8452322"/>
              <a:gd name="connsiteY1" fmla="*/ 0 h 6858000"/>
              <a:gd name="connsiteX2" fmla="*/ 7501089 w 8452322"/>
              <a:gd name="connsiteY2" fmla="*/ 79009 h 6858000"/>
              <a:gd name="connsiteX3" fmla="*/ 8452322 w 8452322"/>
              <a:gd name="connsiteY3" fmla="*/ 3429001 h 6858000"/>
              <a:gd name="connsiteX4" fmla="*/ 7501089 w 8452322"/>
              <a:gd name="connsiteY4" fmla="*/ 6778993 h 6858000"/>
              <a:gd name="connsiteX5" fmla="*/ 7447994 w 8452322"/>
              <a:gd name="connsiteY5" fmla="*/ 6858000 h 6858000"/>
              <a:gd name="connsiteX6" fmla="*/ 0 w 84523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52322" h="6858000">
                <a:moveTo>
                  <a:pt x="0" y="0"/>
                </a:moveTo>
                <a:lnTo>
                  <a:pt x="7447992" y="0"/>
                </a:lnTo>
                <a:lnTo>
                  <a:pt x="7501089" y="79009"/>
                </a:lnTo>
                <a:cubicBezTo>
                  <a:pt x="8098524" y="1013167"/>
                  <a:pt x="8452322" y="2172770"/>
                  <a:pt x="8452322" y="3429001"/>
                </a:cubicBezTo>
                <a:cubicBezTo>
                  <a:pt x="8452322" y="4685233"/>
                  <a:pt x="8098524" y="5844836"/>
                  <a:pt x="7501089" y="6778993"/>
                </a:cubicBezTo>
                <a:lnTo>
                  <a:pt x="74479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E20AF01B-D099-4710-BF18-E2832A9B6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43572" cy="6858000"/>
          </a:xfrm>
          <a:custGeom>
            <a:avLst/>
            <a:gdLst>
              <a:gd name="connsiteX0" fmla="*/ 0 w 8443572"/>
              <a:gd name="connsiteY0" fmla="*/ 0 h 6858000"/>
              <a:gd name="connsiteX1" fmla="*/ 7439242 w 8443572"/>
              <a:gd name="connsiteY1" fmla="*/ 0 h 6858000"/>
              <a:gd name="connsiteX2" fmla="*/ 7492339 w 8443572"/>
              <a:gd name="connsiteY2" fmla="*/ 79009 h 6858000"/>
              <a:gd name="connsiteX3" fmla="*/ 8443572 w 8443572"/>
              <a:gd name="connsiteY3" fmla="*/ 3429001 h 6858000"/>
              <a:gd name="connsiteX4" fmla="*/ 7492339 w 8443572"/>
              <a:gd name="connsiteY4" fmla="*/ 6778993 h 6858000"/>
              <a:gd name="connsiteX5" fmla="*/ 7439244 w 8443572"/>
              <a:gd name="connsiteY5" fmla="*/ 6858000 h 6858000"/>
              <a:gd name="connsiteX6" fmla="*/ 0 w 84435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43572" h="6858000">
                <a:moveTo>
                  <a:pt x="0" y="0"/>
                </a:moveTo>
                <a:lnTo>
                  <a:pt x="7439242" y="0"/>
                </a:lnTo>
                <a:lnTo>
                  <a:pt x="7492339" y="79009"/>
                </a:lnTo>
                <a:cubicBezTo>
                  <a:pt x="8089774" y="1013167"/>
                  <a:pt x="8443572" y="2172770"/>
                  <a:pt x="8443572" y="3429001"/>
                </a:cubicBezTo>
                <a:cubicBezTo>
                  <a:pt x="8443572" y="4685233"/>
                  <a:pt x="8089774" y="5844836"/>
                  <a:pt x="7492339" y="6778993"/>
                </a:cubicBezTo>
                <a:lnTo>
                  <a:pt x="743924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26321D-1678-42F9-BF5C-1868760BBE81}"/>
              </a:ext>
            </a:extLst>
          </p:cNvPr>
          <p:cNvSpPr txBox="1">
            <a:spLocks noChangeArrowheads="1"/>
          </p:cNvSpPr>
          <p:nvPr/>
        </p:nvSpPr>
        <p:spPr>
          <a:xfrm>
            <a:off x="557899" y="1231526"/>
            <a:ext cx="9402178" cy="438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 &amp; 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0E4BB4F-99AB-4C4E-A763-C5AC5273D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27916"/>
            <a:ext cx="128016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04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0A7CC-5AEE-C222-4E0F-1AA46D36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119FEA8-50B8-132D-8ADA-D9AD8D99A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F81B173D-2499-32E0-4847-FB8BECA4D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52322" cy="6858000"/>
          </a:xfrm>
          <a:custGeom>
            <a:avLst/>
            <a:gdLst>
              <a:gd name="connsiteX0" fmla="*/ 0 w 8452322"/>
              <a:gd name="connsiteY0" fmla="*/ 0 h 6858000"/>
              <a:gd name="connsiteX1" fmla="*/ 7447992 w 8452322"/>
              <a:gd name="connsiteY1" fmla="*/ 0 h 6858000"/>
              <a:gd name="connsiteX2" fmla="*/ 7501089 w 8452322"/>
              <a:gd name="connsiteY2" fmla="*/ 79009 h 6858000"/>
              <a:gd name="connsiteX3" fmla="*/ 8452322 w 8452322"/>
              <a:gd name="connsiteY3" fmla="*/ 3429001 h 6858000"/>
              <a:gd name="connsiteX4" fmla="*/ 7501089 w 8452322"/>
              <a:gd name="connsiteY4" fmla="*/ 6778993 h 6858000"/>
              <a:gd name="connsiteX5" fmla="*/ 7447994 w 8452322"/>
              <a:gd name="connsiteY5" fmla="*/ 6858000 h 6858000"/>
              <a:gd name="connsiteX6" fmla="*/ 0 w 84523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52322" h="6858000">
                <a:moveTo>
                  <a:pt x="0" y="0"/>
                </a:moveTo>
                <a:lnTo>
                  <a:pt x="7447992" y="0"/>
                </a:lnTo>
                <a:lnTo>
                  <a:pt x="7501089" y="79009"/>
                </a:lnTo>
                <a:cubicBezTo>
                  <a:pt x="8098524" y="1013167"/>
                  <a:pt x="8452322" y="2172770"/>
                  <a:pt x="8452322" y="3429001"/>
                </a:cubicBezTo>
                <a:cubicBezTo>
                  <a:pt x="8452322" y="4685233"/>
                  <a:pt x="8098524" y="5844836"/>
                  <a:pt x="7501089" y="6778993"/>
                </a:cubicBezTo>
                <a:lnTo>
                  <a:pt x="74479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55609ED5-57AD-7036-CBF4-ED347246B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43572" cy="6858000"/>
          </a:xfrm>
          <a:custGeom>
            <a:avLst/>
            <a:gdLst>
              <a:gd name="connsiteX0" fmla="*/ 0 w 8443572"/>
              <a:gd name="connsiteY0" fmla="*/ 0 h 6858000"/>
              <a:gd name="connsiteX1" fmla="*/ 7439242 w 8443572"/>
              <a:gd name="connsiteY1" fmla="*/ 0 h 6858000"/>
              <a:gd name="connsiteX2" fmla="*/ 7492339 w 8443572"/>
              <a:gd name="connsiteY2" fmla="*/ 79009 h 6858000"/>
              <a:gd name="connsiteX3" fmla="*/ 8443572 w 8443572"/>
              <a:gd name="connsiteY3" fmla="*/ 3429001 h 6858000"/>
              <a:gd name="connsiteX4" fmla="*/ 7492339 w 8443572"/>
              <a:gd name="connsiteY4" fmla="*/ 6778993 h 6858000"/>
              <a:gd name="connsiteX5" fmla="*/ 7439244 w 8443572"/>
              <a:gd name="connsiteY5" fmla="*/ 6858000 h 6858000"/>
              <a:gd name="connsiteX6" fmla="*/ 0 w 84435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43572" h="6858000">
                <a:moveTo>
                  <a:pt x="0" y="0"/>
                </a:moveTo>
                <a:lnTo>
                  <a:pt x="7439242" y="0"/>
                </a:lnTo>
                <a:lnTo>
                  <a:pt x="7492339" y="79009"/>
                </a:lnTo>
                <a:cubicBezTo>
                  <a:pt x="8089774" y="1013167"/>
                  <a:pt x="8443572" y="2172770"/>
                  <a:pt x="8443572" y="3429001"/>
                </a:cubicBezTo>
                <a:cubicBezTo>
                  <a:pt x="8443572" y="4685233"/>
                  <a:pt x="8089774" y="5844836"/>
                  <a:pt x="7492339" y="6778993"/>
                </a:cubicBezTo>
                <a:lnTo>
                  <a:pt x="743924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073A4F-C468-1D7C-240B-BF9FE01BA576}"/>
              </a:ext>
            </a:extLst>
          </p:cNvPr>
          <p:cNvSpPr txBox="1">
            <a:spLocks noChangeArrowheads="1"/>
          </p:cNvSpPr>
          <p:nvPr/>
        </p:nvSpPr>
        <p:spPr>
          <a:xfrm>
            <a:off x="557899" y="1231526"/>
            <a:ext cx="9402178" cy="438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Thanks for listening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3F5E55-8FB1-9A1B-5AA7-DCA15619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27916"/>
            <a:ext cx="128016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18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89c1a2f-03d3-4788-bafa-4d9775e75610}" enabled="1" method="Privileged" siteId="{c19239e5-1337-436d-800a-1b4283c280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3938</TotalTime>
  <Words>7363</Words>
  <Application>Microsoft Office PowerPoint</Application>
  <PresentationFormat>Widescreen</PresentationFormat>
  <Paragraphs>1004</Paragraphs>
  <Slides>91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6" baseType="lpstr">
      <vt:lpstr>Aptos</vt:lpstr>
      <vt:lpstr>Arial</vt:lpstr>
      <vt:lpstr>Calibri Light</vt:lpstr>
      <vt:lpstr>Wingdings</vt:lpstr>
      <vt:lpstr>1_Office Theme</vt:lpstr>
      <vt:lpstr>D-Success and e-Recruitment</vt:lpstr>
      <vt:lpstr>Agenda</vt:lpstr>
      <vt:lpstr>Agenda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Thinh, Huynh Vu [Tech/BA]</dc:creator>
  <cp:lastModifiedBy>Khiem, Do Thanh [Tech/System Architecture]</cp:lastModifiedBy>
  <cp:revision>1</cp:revision>
  <dcterms:created xsi:type="dcterms:W3CDTF">2024-12-18T02:17:50Z</dcterms:created>
  <dcterms:modified xsi:type="dcterms:W3CDTF">2025-12-23T07:26:43Z</dcterms:modified>
</cp:coreProperties>
</file>